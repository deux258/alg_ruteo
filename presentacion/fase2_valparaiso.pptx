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c50c35cca04829" /><Relationship Type="http://schemas.openxmlformats.org/officeDocument/2006/relationships/extended-properties" Target="/docProps/app.xml" Id="R84dd78d2cac14683" /><Relationship Type="http://schemas.openxmlformats.org/officeDocument/2006/relationships/officeDocument" Target="/ppt/presentation.xml" Id="Rbc1e96d37ee04e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a0eb618bc94b25"/>
  </p:sldMasterIdLst>
  <p:notesMasterIdLst>
    <p:notesMasterId xmlns:r="http://schemas.openxmlformats.org/officeDocument/2006/relationships" r:id="R875b9f63d5754cb0"/>
  </p:notesMasterIdLst>
  <p:sldIdLst>
    <p:sldId xmlns:r="http://schemas.openxmlformats.org/officeDocument/2006/relationships" id="256" r:id="Rfa9a52b68c414d59"/>
    <p:sldId xmlns:r="http://schemas.openxmlformats.org/officeDocument/2006/relationships" id="257" r:id="Raf47c8084bef4a6d"/>
    <p:sldId xmlns:r="http://schemas.openxmlformats.org/officeDocument/2006/relationships" id="258" r:id="R759a8e1164ad4d60"/>
    <p:sldId xmlns:r="http://schemas.openxmlformats.org/officeDocument/2006/relationships" id="259" r:id="Rd5f9153103a34252"/>
    <p:sldId xmlns:r="http://schemas.openxmlformats.org/officeDocument/2006/relationships" id="260" r:id="R44f2b2a2da384c9b"/>
    <p:sldId xmlns:r="http://schemas.openxmlformats.org/officeDocument/2006/relationships" id="261" r:id="R22dbe8d523e54cdd"/>
    <p:sldId xmlns:r="http://schemas.openxmlformats.org/officeDocument/2006/relationships" id="262" r:id="Re9074f3882b74a39"/>
    <p:sldId xmlns:r="http://schemas.openxmlformats.org/officeDocument/2006/relationships" id="263" r:id="R967eb38069a64ac8"/>
    <p:sldId xmlns:r="http://schemas.openxmlformats.org/officeDocument/2006/relationships" id="264" r:id="R371d737c1b064140"/>
    <p:sldId xmlns:r="http://schemas.openxmlformats.org/officeDocument/2006/relationships" id="265" r:id="R7c68b07d5e7f47cc"/>
    <p:sldId xmlns:r="http://schemas.openxmlformats.org/officeDocument/2006/relationships" id="266" r:id="R1a3a22dd53c04c0a"/>
    <p:sldId xmlns:r="http://schemas.openxmlformats.org/officeDocument/2006/relationships" id="267" r:id="R956ae838335d4a7a"/>
    <p:sldId xmlns:r="http://schemas.openxmlformats.org/officeDocument/2006/relationships" id="268" r:id="R47702814af854ebd"/>
    <p:sldId xmlns:r="http://schemas.openxmlformats.org/officeDocument/2006/relationships" id="269" r:id="R8189d48ce5dd4a75"/>
    <p:sldId xmlns:r="http://schemas.openxmlformats.org/officeDocument/2006/relationships" id="270" r:id="Rbdcfcffa02c94787"/>
    <p:sldId xmlns:r="http://schemas.openxmlformats.org/officeDocument/2006/relationships" id="271" r:id="R395b25b7f59d4033"/>
    <p:sldId xmlns:r="http://schemas.openxmlformats.org/officeDocument/2006/relationships" id="272" r:id="Rccf61efd8fe442fd"/>
    <p:sldId xmlns:r="http://schemas.openxmlformats.org/officeDocument/2006/relationships" id="273" r:id="Rc3f7becebed446c6"/>
    <p:sldId xmlns:r="http://schemas.openxmlformats.org/officeDocument/2006/relationships" id="274" r:id="R4c5fe853153a48fb"/>
    <p:sldId xmlns:r="http://schemas.openxmlformats.org/officeDocument/2006/relationships" id="275" r:id="Re31783a7cb6947a3"/>
    <p:sldId xmlns:r="http://schemas.openxmlformats.org/officeDocument/2006/relationships" id="276" r:id="R4ac792bd18254993"/>
    <p:sldId xmlns:r="http://schemas.openxmlformats.org/officeDocument/2006/relationships" id="277" r:id="R994d4694cca941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d4c23697ae4919" /><Relationship Type="http://schemas.openxmlformats.org/officeDocument/2006/relationships/slideMaster" Target="/ppt/slideMasters/slideMaster1.xml" Id="Rdda0eb618bc94b25" /><Relationship Type="http://schemas.openxmlformats.org/officeDocument/2006/relationships/notesMaster" Target="/ppt/notesMasters/notesMaster1.xml" Id="R875b9f63d5754cb0" /><Relationship Type="http://schemas.openxmlformats.org/officeDocument/2006/relationships/presProps" Target="/ppt/presProps.xml" Id="R1ff59f485291440e" /><Relationship Type="http://schemas.openxmlformats.org/officeDocument/2006/relationships/tableStyles" Target="/ppt/tableStyles.xml" Id="Rad77802d172247eb" /><Relationship Type="http://schemas.openxmlformats.org/officeDocument/2006/relationships/slide" Target="/ppt/slides/slide1.xml" Id="Rfa9a52b68c414d59" /><Relationship Type="http://schemas.openxmlformats.org/officeDocument/2006/relationships/slide" Target="/ppt/slides/slide2.xml" Id="Raf47c8084bef4a6d" /><Relationship Type="http://schemas.openxmlformats.org/officeDocument/2006/relationships/slide" Target="/ppt/slides/slide3.xml" Id="R759a8e1164ad4d60" /><Relationship Type="http://schemas.openxmlformats.org/officeDocument/2006/relationships/slide" Target="/ppt/slides/slide4.xml" Id="Rd5f9153103a34252" /><Relationship Type="http://schemas.openxmlformats.org/officeDocument/2006/relationships/slide" Target="/ppt/slides/slide5.xml" Id="R44f2b2a2da384c9b" /><Relationship Type="http://schemas.openxmlformats.org/officeDocument/2006/relationships/slide" Target="/ppt/slides/slide6.xml" Id="R22dbe8d523e54cdd" /><Relationship Type="http://schemas.openxmlformats.org/officeDocument/2006/relationships/slide" Target="/ppt/slides/slide7.xml" Id="Re9074f3882b74a39" /><Relationship Type="http://schemas.openxmlformats.org/officeDocument/2006/relationships/slide" Target="/ppt/slides/slide8.xml" Id="R967eb38069a64ac8" /><Relationship Type="http://schemas.openxmlformats.org/officeDocument/2006/relationships/slide" Target="/ppt/slides/slide9.xml" Id="R371d737c1b064140" /><Relationship Type="http://schemas.openxmlformats.org/officeDocument/2006/relationships/slide" Target="/ppt/slides/slide10.xml" Id="R7c68b07d5e7f47cc" /><Relationship Type="http://schemas.openxmlformats.org/officeDocument/2006/relationships/slide" Target="/ppt/slides/slide11.xml" Id="R1a3a22dd53c04c0a" /><Relationship Type="http://schemas.openxmlformats.org/officeDocument/2006/relationships/slide" Target="/ppt/slides/slide12.xml" Id="R956ae838335d4a7a" /><Relationship Type="http://schemas.openxmlformats.org/officeDocument/2006/relationships/slide" Target="/ppt/slides/slide13.xml" Id="R47702814af854ebd" /><Relationship Type="http://schemas.openxmlformats.org/officeDocument/2006/relationships/slide" Target="/ppt/slides/slide14.xml" Id="R8189d48ce5dd4a75" /><Relationship Type="http://schemas.openxmlformats.org/officeDocument/2006/relationships/slide" Target="/ppt/slides/slide15.xml" Id="Rbdcfcffa02c94787" /><Relationship Type="http://schemas.openxmlformats.org/officeDocument/2006/relationships/slide" Target="/ppt/slides/slide16.xml" Id="R395b25b7f59d4033" /><Relationship Type="http://schemas.openxmlformats.org/officeDocument/2006/relationships/slide" Target="/ppt/slides/slide17.xml" Id="Rccf61efd8fe442fd" /><Relationship Type="http://schemas.openxmlformats.org/officeDocument/2006/relationships/slide" Target="/ppt/slides/slide18.xml" Id="Rc3f7becebed446c6" /><Relationship Type="http://schemas.openxmlformats.org/officeDocument/2006/relationships/slide" Target="/ppt/slides/slide19.xml" Id="R4c5fe853153a48fb" /><Relationship Type="http://schemas.openxmlformats.org/officeDocument/2006/relationships/slide" Target="/ppt/slides/slide20.xml" Id="Re31783a7cb6947a3" /><Relationship Type="http://schemas.openxmlformats.org/officeDocument/2006/relationships/slide" Target="/ppt/slides/slide21.xml" Id="R4ac792bd18254993" /><Relationship Type="http://schemas.openxmlformats.org/officeDocument/2006/relationships/slide" Target="/ppt/slides/slide22.xml" Id="R994d4694cca941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9a8fff314947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015176991a4336" /><Relationship Type="http://schemas.openxmlformats.org/officeDocument/2006/relationships/notesMaster" Target="/ppt/notesMasters/notesMaster1.xml" Id="R7d13437b8dbe4f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fe6f3a0f934e13" /><Relationship Type="http://schemas.openxmlformats.org/officeDocument/2006/relationships/notesMaster" Target="/ppt/notesMasters/notesMaster1.xml" Id="Rb6c9a035d7cc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a269cc20a542c1" /><Relationship Type="http://schemas.openxmlformats.org/officeDocument/2006/relationships/notesMaster" Target="/ppt/notesMasters/notesMaster1.xml" Id="R32ecf5c964a245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1e5883acff49e6" /><Relationship Type="http://schemas.openxmlformats.org/officeDocument/2006/relationships/notesMaster" Target="/ppt/notesMasters/notesMaster1.xml" Id="R87fe3cbfd1994c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447a8275c345b0" /><Relationship Type="http://schemas.openxmlformats.org/officeDocument/2006/relationships/notesMaster" Target="/ppt/notesMasters/notesMaster1.xml" Id="R3020dc7d472742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c4254b35464242" /><Relationship Type="http://schemas.openxmlformats.org/officeDocument/2006/relationships/notesMaster" Target="/ppt/notesMasters/notesMaster1.xml" Id="Rbaffe1e8dc7147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0be3ed3c3c42cd" /><Relationship Type="http://schemas.openxmlformats.org/officeDocument/2006/relationships/notesMaster" Target="/ppt/notesMasters/notesMaster1.xml" Id="R4b6c7c934cd741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64630f04774a04" /><Relationship Type="http://schemas.openxmlformats.org/officeDocument/2006/relationships/notesMaster" Target="/ppt/notesMasters/notesMaster1.xml" Id="R2c0f9f0ff1c045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19b6f4fa504f68" /><Relationship Type="http://schemas.openxmlformats.org/officeDocument/2006/relationships/notesMaster" Target="/ppt/notesMasters/notesMaster1.xml" Id="Rab2fd6f6186e42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496136c0884e07" /><Relationship Type="http://schemas.openxmlformats.org/officeDocument/2006/relationships/notesMaster" Target="/ppt/notesMasters/notesMaster1.xml" Id="R57cf18b91fd949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00252be07f44b1" /><Relationship Type="http://schemas.openxmlformats.org/officeDocument/2006/relationships/notesMaster" Target="/ppt/notesMasters/notesMaster1.xml" Id="Raf4e0334ce234e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0d59a16edf4c70" /><Relationship Type="http://schemas.openxmlformats.org/officeDocument/2006/relationships/notesMaster" Target="/ppt/notesMasters/notesMaster1.xml" Id="R61aa474e58d143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7044af8def45fb" /><Relationship Type="http://schemas.openxmlformats.org/officeDocument/2006/relationships/notesMaster" Target="/ppt/notesMasters/notesMaster1.xml" Id="R8194198cd5134b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4b4c6d29c9466f" /><Relationship Type="http://schemas.openxmlformats.org/officeDocument/2006/relationships/notesMaster" Target="/ppt/notesMasters/notesMaster1.xml" Id="R8c8f533c8ed64e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a5957fceed4082" /><Relationship Type="http://schemas.openxmlformats.org/officeDocument/2006/relationships/notesMaster" Target="/ppt/notesMasters/notesMaster1.xml" Id="Ra4b8051f786a48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1959f1c0564393" /><Relationship Type="http://schemas.openxmlformats.org/officeDocument/2006/relationships/notesMaster" Target="/ppt/notesMasters/notesMaster1.xml" Id="R43a5a4abcab64f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73ae64def74aca" /><Relationship Type="http://schemas.openxmlformats.org/officeDocument/2006/relationships/notesMaster" Target="/ppt/notesMasters/notesMaster1.xml" Id="R24fcb68e271c49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df517b9bd44461" /><Relationship Type="http://schemas.openxmlformats.org/officeDocument/2006/relationships/notesMaster" Target="/ppt/notesMasters/notesMaster1.xml" Id="Rbdd28f07cae04c9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f03cc7e5e947f3" /><Relationship Type="http://schemas.openxmlformats.org/officeDocument/2006/relationships/notesMaster" Target="/ppt/notesMasters/notesMaster1.xml" Id="Rf7493b04bd4744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1d3ee3a40247fd" /><Relationship Type="http://schemas.openxmlformats.org/officeDocument/2006/relationships/notesMaster" Target="/ppt/notesMasters/notesMaster1.xml" Id="Rf1b10ca5e59445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76e8d8eb5d442a" /><Relationship Type="http://schemas.openxmlformats.org/officeDocument/2006/relationships/notesMaster" Target="/ppt/notesMasters/notesMaster1.xml" Id="R8fa91480a51440b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9414fd178ef4650" /><Relationship Type="http://schemas.openxmlformats.org/officeDocument/2006/relationships/notesMaster" Target="/ppt/notesMasters/notesMaster1.xml" Id="R3211486a693148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Simulador académico. No representa vuelos autorizados.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Polígono original sin modificar. El buffer solo amplía navegación, no objetivos ni permisos.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Pruebas sobre BD desechable real. main_limpio.log conserva la ejecución, sin considerar como éxito una imagen antigua.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Catálogo completo en BD/diagrama_fase2.svg y diagnostico.json. DDL inicial conserva 22 tablas, extensión vial3, modelo aéreo1 y migración004 agrega3.</a:t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 protege snapshots publicados, integridad de extremos, geometrías y claves. Ejecución desde volumen vacío comprobada.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Infraestructura/preparar_snapshot.py y cargar.py. Raster se muestrea tras crear nodos. Calles no limitan el vuelo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Infraestructura/infraestructura.schema.json y diccionario ampliado. Se verifica geometría completa, no solo extremos. IDs estables y consultas temporales sin publicar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Autoría: adaptación de aportes_metadata_diego por core.metadata_hidalgo. S1H es una republicación complementaria de Bomberos, no una fuente adicional de amenazas. Originales y metadatos en manifest.json.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tres nodos inventados del aporte son una prueba y se excluyen. La serie best_match se conserva como antecedente, no sustituye ECMWF. Fuentes: https://open-meteo.com/en/docs y Copernicus GLO-30.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módulo tiene diccionario .md. Cargadores no consultan servicios externos. Se rechaza falsificación del origen complementario S1H.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Amenazas/a1_meteorologia.py y a2_firms.py. Un foco externo se incorpora si su buffer intersecta tránsito. Los antiguos sin resolución mantienen exclusión como desconocidos.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AIP: página/texto original, límites verticales y excepciones del parser. Exclusión conservadora2D, no permiso de vuelo. A4 no representa incendios actuales.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Diccionarios A1–A4 y docs/FASE2_METADATA_TRANSITO.md. SQL y conteos reales en diagnostico.json. No se agrega un evento ficticio para llenar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Estados sintéticos blocked/unknown/resolved con reloj UTC. No se anticipan actualizaciones futuras ni se infiere extinción por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Velocidad aire10m/s, temperatura[-5,40]°C. Exposición no se suma a segundos. UI aplica restricciones más exigentes y exporta effective_profile.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Yen,J.Y.(1971). Finding the K Shortest Loopless Paths in a Network. Management Science17(11),712–716. https://doi.org/10.1287/mnsc.17.11.712. El artículo respalda caminos alternativos, no certifica resiliencia de este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core/aerial_routing.py. Se descuenta tiempo consumido. La observación se suma una vez; emergency_return no completa vigilancia. Se conserva search_limited.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Consulta y pruebas independientes de Dijkstra en tests/test_aerial.py. Las misiones se evalúan después con las mismas condiciones y presupuesto que la propuesta.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 un ejemplo retrospectivo, anterior a la obtención de M4. No se presenta como ejecución de vuelo ni evidencia causal del pronóstico.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core/mission_evaluation.py fija ambas colecciones antes del bucle; no recalcula rutas ante escenarios. Se guarda escenario completo y SHA-256. Pruebas manuales cubren diferencias positivas, negativas, cero y casos desconocidos.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resultados se mantienen aunque no favorezcan a la propuesta. Mapa y cuatro trazas en interfaz/comparacion.png y mapa_comparativo.svg. Reporte guarda filas por escenario.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Matriz de rúbrica y evidencias en presentacion/MATRIZ_RUBRICA.md. Geomaster y webapp-testing aplicados. Kassis,T.,Agarwal,V.,He,Y.,Patel,D.,Brueckner,A.M.(2026). Scientific Agent Skills. https://doi.org/10.48550/arXiv.2609.00065. La referencia describe la habilidad, no valida las rutas.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fb8e6461f49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289e9e8b945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d450de3d846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29da57ba64d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3a937d26a4c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0f81b051d45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7C2213-30E0-4317-85E9-E77925C1B3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F79E94-323A-4593-B27A-D6FD9AD984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B7E67B-06E1-4C4B-81E5-876F76E1E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39E5A1-0155-4ABB-8BCE-218FA6674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41C6DE-0B02-4296-ADE9-46AABF675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85F746-002E-48AF-BEA5-30B508914C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6FCC5E-442D-42BD-AF1E-479AD0874F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1CFD23-2A8E-43FB-B3F1-D7ECF6E423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ED0DA2-6441-4D82-975F-AFEC7327C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89655D-5BB8-4C8C-BF81-58C98EB96E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ee56269ea84333" /><Relationship Type="http://schemas.openxmlformats.org/officeDocument/2006/relationships/slideLayout" Target="/ppt/slideLayouts/slideLayout1.xml" Id="Rf8b92d0ef0324fbc" /><Relationship Type="http://schemas.openxmlformats.org/officeDocument/2006/relationships/slideLayout" Target="/ppt/slideLayouts/slideLayout2.xml" Id="Rc92988f05cb947eb" /><Relationship Type="http://schemas.openxmlformats.org/officeDocument/2006/relationships/slideLayout" Target="/ppt/slideLayouts/slideLayout3.xml" Id="Ra27c124ec3034724" /><Relationship Type="http://schemas.openxmlformats.org/officeDocument/2006/relationships/slideLayout" Target="/ppt/slideLayouts/slideLayout4.xml" Id="Rcbfb0102ebcc4ac4" /><Relationship Type="http://schemas.openxmlformats.org/officeDocument/2006/relationships/slideLayout" Target="/ppt/slideLayouts/slideLayout5.xml" Id="R300e0a865c684923" /><Relationship Type="http://schemas.openxmlformats.org/officeDocument/2006/relationships/slideLayout" Target="/ppt/slideLayouts/slideLayout6.xml" Id="R9f62d742f352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b92d0ef0324fbc"/>
    <p:sldLayoutId xmlns:r="http://schemas.openxmlformats.org/officeDocument/2006/relationships" id="2147483650" r:id="Rc92988f05cb947eb"/>
    <p:sldLayoutId xmlns:r="http://schemas.openxmlformats.org/officeDocument/2006/relationships" id="2147483651" r:id="Ra27c124ec3034724"/>
    <p:sldLayoutId xmlns:r="http://schemas.openxmlformats.org/officeDocument/2006/relationships" id="2147483652" r:id="Rcbfb0102ebcc4ac4"/>
    <p:sldLayoutId xmlns:r="http://schemas.openxmlformats.org/officeDocument/2006/relationships" id="2147483653" r:id="R300e0a865c684923"/>
    <p:sldLayoutId xmlns:r="http://schemas.openxmlformats.org/officeDocument/2006/relationships" id="2147483654" r:id="R9f62d742f352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b0129a98e4faf" /><Relationship Type="http://schemas.openxmlformats.org/officeDocument/2006/relationships/notesSlide" Target="/ppt/notesSlides/notesSlide1.xml" Id="Rc7f4948521094d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9cfd656b140a2" /><Relationship Type="http://schemas.openxmlformats.org/officeDocument/2006/relationships/image" Target="/ppt/media/image.png" Id="R9f0756bdfc484ea2" /><Relationship Type="http://schemas.openxmlformats.org/officeDocument/2006/relationships/notesSlide" Target="/ppt/notesSlides/notesSlide2.xml" Id="R86d8861b459048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25c1bde544408a" /><Relationship Type="http://schemas.openxmlformats.org/officeDocument/2006/relationships/notesSlide" Target="/ppt/notesSlides/notesSlide3.xml" Id="R64e9583804e24d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94e5b6c224b1d" /><Relationship Type="http://schemas.openxmlformats.org/officeDocument/2006/relationships/notesSlide" Target="/ppt/notesSlides/notesSlide4.xml" Id="R95c5917fe5bc47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7ecca2ce842a2" /><Relationship Type="http://schemas.openxmlformats.org/officeDocument/2006/relationships/notesSlide" Target="/ppt/notesSlides/notesSlide5.xml" Id="R899df3c58e194e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77d808c0a40ae" /><Relationship Type="http://schemas.openxmlformats.org/officeDocument/2006/relationships/notesSlide" Target="/ppt/notesSlides/notesSlide6.xml" Id="R11aa33dee8564a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2ac9a532846b3" /><Relationship Type="http://schemas.openxmlformats.org/officeDocument/2006/relationships/notesSlide" Target="/ppt/notesSlides/notesSlide7.xml" Id="R7afa6ed449cd42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df722eccc43ae" /><Relationship Type="http://schemas.openxmlformats.org/officeDocument/2006/relationships/notesSlide" Target="/ppt/notesSlides/notesSlide8.xml" Id="R9d456eec07ee40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8e0a36c3644ec1" /><Relationship Type="http://schemas.openxmlformats.org/officeDocument/2006/relationships/notesSlide" Target="/ppt/notesSlides/notesSlide9.xml" Id="R7f6db8b491cc4c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1e77e97ee4f49" /><Relationship Type="http://schemas.openxmlformats.org/officeDocument/2006/relationships/notesSlide" Target="/ppt/notesSlides/notesSlide10.xml" Id="R181744ef109943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7b1050a8e45a9" /><Relationship Type="http://schemas.openxmlformats.org/officeDocument/2006/relationships/notesSlide" Target="/ppt/notesSlides/notesSlide11.xml" Id="Rf4569080bb7342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221e5749ca4d14" /><Relationship Type="http://schemas.openxmlformats.org/officeDocument/2006/relationships/notesSlide" Target="/ppt/notesSlides/notesSlide12.xml" Id="R5418da04624041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9e081206f46e8" /><Relationship Type="http://schemas.openxmlformats.org/officeDocument/2006/relationships/notesSlide" Target="/ppt/notesSlides/notesSlide13.xml" Id="Rd05d6b80bbd34b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7e3073870f4615" /><Relationship Type="http://schemas.openxmlformats.org/officeDocument/2006/relationships/notesSlide" Target="/ppt/notesSlides/notesSlide14.xml" Id="R747d3283eb6d40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c9cccc1504bdc" /><Relationship Type="http://schemas.openxmlformats.org/officeDocument/2006/relationships/notesSlide" Target="/ppt/notesSlides/notesSlide15.xml" Id="R3023b4edd9674a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ee82e532c945e9" /><Relationship Type="http://schemas.openxmlformats.org/officeDocument/2006/relationships/notesSlide" Target="/ppt/notesSlides/notesSlide16.xml" Id="Rec54f4d10efd4b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253474b7d4b55" /><Relationship Type="http://schemas.openxmlformats.org/officeDocument/2006/relationships/notesSlide" Target="/ppt/notesSlides/notesSlide17.xml" Id="R37a8fdcd8c2c4a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baa8bd09a4070" /><Relationship Type="http://schemas.openxmlformats.org/officeDocument/2006/relationships/image" Target="/ppt/media/image2.png" Id="Rba113751f0624497" /><Relationship Type="http://schemas.openxmlformats.org/officeDocument/2006/relationships/notesSlide" Target="/ppt/notesSlides/notesSlide18.xml" Id="R28e65c6832014f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c8dbd4048464c" /><Relationship Type="http://schemas.openxmlformats.org/officeDocument/2006/relationships/image" Target="/ppt/media/image3.png" Id="Rc825564532614e58" /><Relationship Type="http://schemas.openxmlformats.org/officeDocument/2006/relationships/notesSlide" Target="/ppt/notesSlides/notesSlide19.xml" Id="Rba719ec2069941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f40592d7d472d" /><Relationship Type="http://schemas.openxmlformats.org/officeDocument/2006/relationships/notesSlide" Target="/ppt/notesSlides/notesSlide20.xml" Id="R31bbe7e6aeda42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f35bb4b6445d0" /><Relationship Type="http://schemas.openxmlformats.org/officeDocument/2006/relationships/notesSlide" Target="/ppt/notesSlides/notesSlide21.xml" Id="R3431ab3ce22242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954829a9e4244" /><Relationship Type="http://schemas.openxmlformats.org/officeDocument/2006/relationships/notesSlide" Target="/ppt/notesSlides/notesSlide22.xml" Id="R12e01b2cb2ef41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221CA-4D2F-48E0-AB3A-E222ADF3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Ruteo aéreo para vigilancia forestal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6D64F-1A71-484B-9642-1FBED1C9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01/22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0A472-4AE1-43FD-9D19-8B965EA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Valparaíso, Chile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DBCE4-1721-46CA-88E8-FCDA8E37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Integración de metadata y comparación de misiones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4AC1D-3DB2-46CF-B9E5-9618905A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Diego Muñoz, Ignacio Pastén, Eduardo Escalona y Diego Hidalgo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1E7BC-DE3D-4338-ADAC-74E6E559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Fase 2 · 19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110488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AB769-A4AF-44C1-8BFC-DAB0836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Área de vigilancia y tránsito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94430-0E18-4E76-8724-803A4A3D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02/22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E0F8E-DE4C-4ABA-A492-09761F138D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756bdfc484ea2"/>
          <a:stretch xmlns:a="http://schemas.openxmlformats.org/drawingml/2006/main"/>
        </p:blipFill>
        <p:spPr>
          <a:xfrm xmlns:a="http://schemas.openxmlformats.org/drawingml/2006/main">
            <a:off x="4818784" y="1524000"/>
            <a:ext cx="6364432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ACA75-2E7D-4377-AA19-9E756CDC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Vigilancia: 54,920709 km²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56F4D-2E76-4BF2-B823-2D90EC4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Tránsito: 97,716233 km²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4A8EC-21E5-4430-8F64-1DE5B0A0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Buffer: 1.100 m en UTM 19S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EB2D9-5770-448F-9F87-C2D0DECE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Cinco bases candidatas reales</a:t>
            </a:r>
          </a:p>
        </p:txBody>
      </p:sp>
    </p:spTree>
    <p:extLst>
      <p:ext uri="{BB962C8B-B14F-4D97-AF65-F5344CB8AC3E}">
        <p14:creationId xmlns:p14="http://schemas.microsoft.com/office/powerpoint/2010/main" val="1594668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72B53-86A3-4500-8094-4C4FA4E2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Reproducción con Docker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A3333-096A-4F15-93B2-081BB7F7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03/22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FE33B-C523-4529-ADD4-815F323844D1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Componente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Versión verificada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PostgreSQL / PostGIS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16.9 / 3.5.2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pgRouting / Python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3.8.0 / 3.12.12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pglast / plataforma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7.20 / Linux amd 64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Pruebas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111 aprobadas, 0 omisiones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Arranque con BD vacía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84.945 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47161-60A9-41E9-A0C3-075AF2C8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./main probar   y   ./main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51D37-6DEC-4919-B8FF-BE2F9F2D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Hashes de dependencias y pip check en Docker y CI</a:t>
            </a:r>
          </a:p>
        </p:txBody>
      </p:sp>
    </p:spTree>
    <p:extLst>
      <p:ext uri="{BB962C8B-B14F-4D97-AF65-F5344CB8AC3E}">
        <p14:creationId xmlns:p14="http://schemas.microsoft.com/office/powerpoint/2010/main" val="728163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8AEC6-A8E8-445F-91B2-66E24BD7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Capacidad del esquema: 29 tablas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470E0-5545-4B5C-9AE8-9FDE27C7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04/22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AC881-E618-4F13-AE82-36F12DC6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5A8D9-06A5-4A5D-93CF-29F06E1E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EB512-4868-4737-8936-9889D6F0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run_id</a:t>
            </a:r>
          </a:p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Estado y configuración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93673-AAA4-4895-8F05-08B5E0BB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240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C5331-035B-4541-A662-9BAA7CE9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638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datasets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92570-D311-4F93-AE8A-BB62F103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383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dataset_id</a:t>
            </a:r>
          </a:p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run_id / source_id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281B8-1133-4E44-B14F-A4CC8A4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21361-63FB-46A7-A0C6-4EA3D496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38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27836-4DD1-43EC-820A-A2C49CDE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source_id</a:t>
            </a:r>
          </a:p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Producto y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03B7A-F55F-4ABD-A98E-8E4E013F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A8B8E-720B-4F90-A0A5-492E9747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A86F2-1D18-432F-9A7C-F45BC9A5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run_id + id</a:t>
            </a:r>
          </a:p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Point EPSG:32719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6252C-697A-4FA4-8154-BAEBFF09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5275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51E2D-5CC1-41F4-B32B-26A6EF3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67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edges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FC142-ADF2-4B3A-B925-6430B2AB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6710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source / target a nodes</a:t>
            </a:r>
          </a:p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LineString y costo km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1D293-0044-4884-9699-45D3C78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8E40A-7AE9-4A0D-9709-2F3C0896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aerial_models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0019B-3B2C-4A3A-84C4-3CB62372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6710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PK/FK run_id a runs</a:t>
            </a:r>
          </a:p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Perfil y contexto JSONB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9C4CF-DAAD-45F8-8FD1-66CE501B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2EED2-9D4E-45CA-8957-7626CF2E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run_areas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ABE4C-C55C-49A6-9B0B-08735E1A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run_id a runs</a:t>
            </a:r>
          </a:p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Vigilancia y tránsito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353C8-057D-4887-ADA6-2E8D6955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815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EA923-D290-494E-B7BC-CC794F5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95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base_catalogue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CA85A-6210-45DC-946F-2FC42100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8958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node_id a nodes</a:t>
            </a:r>
          </a:p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16 cuarteles, 5 candidatos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E79B0-DAC2-4572-9F92-BEC5A9CE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5BF67C-9E8D-457D-899D-8673066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mission_evaluations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11695-3251-4927-B71D-961208AD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958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run_id a runs</a:t>
            </a:r>
          </a:p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Solicitud, métricas y SHA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6D856-5CF4-4929-A421-2B66195C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20 tablas adicionales: metadata, amenazas, rutas y modelo vial. Detalle completo y FK en BD/.</a:t>
            </a:r>
          </a:p>
        </p:txBody>
      </p:sp>
    </p:spTree>
    <p:extLst>
      <p:ext uri="{BB962C8B-B14F-4D97-AF65-F5344CB8AC3E}">
        <p14:creationId xmlns:p14="http://schemas.microsoft.com/office/powerpoint/2010/main" val="331571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31715-FD96-4BCD-8A85-56F2FF82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Claves, relaciones y creación desde cero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77F72-0188-4424-BC88-08A209B1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05/22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CC623-C1C9-40FB-96A7-137F7507E30B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800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Relación / garantía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PK run_id, estado y configuración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FK run_id; único run + dataset_key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nodes / edges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PK run+id; FK source/target; costo generado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run_areas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PK run+role; estudio y tránsito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base_catalogue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FK node_id solo si candidata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mission_evaluations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FK run; SHA único; inserción idempotente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6D204-CF1C-4774-AC85-C40DFA6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Fragmento DDL: CREATE TABLE routing.run_areas (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80C37-75E8-40CC-8CB5-53EE2567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run_id uuid NOT NULL REFERENCES routing.runs ON DELETE CASCADE, …</a:t>
            </a:r>
          </a:p>
        </p:txBody>
      </p:sp>
    </p:spTree>
    <p:extLst>
      <p:ext uri="{BB962C8B-B14F-4D97-AF65-F5344CB8AC3E}">
        <p14:creationId xmlns:p14="http://schemas.microsoft.com/office/powerpoint/2010/main" val="1108396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3920F-6A8D-43FB-890B-6A8AECDA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ETL de infraestructura aérea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CEFBF-8A97-48FD-9CC9-5FCE6DED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06/22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6BEF7-094A-49CA-8163-348A6669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Extract: S1, S1H, S2 y demás originales con hashes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6DBE5-0D60-4B88-99E7-829F83FE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Transform: malla de800 m, ocho vecinos y radio 1500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6E806-462F-4F4D-8093-0F84CDC7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154 nodos y 1.114 arcos dirigidos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AB256-B948-4362-8C77-F95EF95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Una componente fuerte y cero segmentos fuera de tránsito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D9697-B321-4398-B561-CF1708D0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Load: nodos antes de arcos, transacción y publicación atómica</a:t>
            </a:r>
          </a:p>
        </p:txBody>
      </p:sp>
    </p:spTree>
    <p:extLst>
      <p:ext uri="{BB962C8B-B14F-4D97-AF65-F5344CB8AC3E}">
        <p14:creationId xmlns:p14="http://schemas.microsoft.com/office/powerpoint/2010/main" val="777204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F8756-0BB3-45BD-AB38-5D7AF9F1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Contrato espacial y trazabilidad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B4C4B-47AA-4832-8255-C42640EB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07/22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DF447-F711-4313-B44E-FDA18A8A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schema_version=4.0 y builder=aerial-grid-v2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37FF0-9193-4D34-BB3E-8D81B63B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lineage.aoi conserva el GeoJSON original y su SHA-256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A4386-95C9-4626-9079-12FB2B9F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flight_area registra buffer 1100 m, EPSG:32719 y quad_segs=16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B80C4-5844-4FA7-A6ED-E2E2051F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GeoJSON en longitud/latitud; análisis en metros UTM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24B5D-464A-45CF-9DED-CE4A5B3A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JSON de cada fuente con run_id, dataset_id y cargador</a:t>
            </a:r>
          </a:p>
        </p:txBody>
      </p:sp>
    </p:spTree>
    <p:extLst>
      <p:ext uri="{BB962C8B-B14F-4D97-AF65-F5344CB8AC3E}">
        <p14:creationId xmlns:p14="http://schemas.microsoft.com/office/powerpoint/2010/main" val="2129289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9DD15-63D6-4412-9375-DF60A659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Metadata M1 y M2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5CD72-445A-45BB-A47C-3CF2B204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08/22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A7077-231A-428B-BA27-110F0EDCF795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Fuente y transformación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M1 bases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SENAPRED + catálogo IDE Chile/Bomberos vía ArcGIS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M1 resultado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 instalaciones, 5 candidatas, 11 de contexto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Conciliación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S1:104 = S1H:19, sin duplicar la Décima Sexta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M2 cobertura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CONAF/CIREN 2019, 679 polígonos recortados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M2 atributos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Uso, subuso, cobertura, altura como clase y tipo forestal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F6E95-55E0-461B-83C3-03D980B8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Metadata/m1_bases.py y m2_cobertura.py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E6D33-B722-48F4-8D8A-261C292E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mismo módulo con --load JSON</a:t>
            </a:r>
          </a:p>
        </p:txBody>
      </p:sp>
    </p:spTree>
    <p:extLst>
      <p:ext uri="{BB962C8B-B14F-4D97-AF65-F5344CB8AC3E}">
        <p14:creationId xmlns:p14="http://schemas.microsoft.com/office/powerpoint/2010/main" val="676351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4A712-080B-402F-88F8-20C4AD8E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Metadata M3 y 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5CE69-E2CB-4A62-AA7F-B3841300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09/22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8B319-A750-4E48-AA97-2FDD446103F9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Datos, transformación y límite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M3 elevación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154 muestras de Copernicus GLO-30, una por nodo real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Calidad M3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Máscara/NoData, escala y offset; metros EGM 2008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M4 clima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48 horas UTC, seis variables y celda devuelta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Modelo explícito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Open-Meteo, ECMWF IFS 0.25, viento en m/s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Límite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DSM~30 m y viento 10 m no certifican despeje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E3C15-4A96-4C08-A7DD-B81C69E5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Metadata/m3_elevacion.py y m4_clima.py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447CB-D809-4DEC-AFC6-7A61480C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mismo módulo con --load JSON</a:t>
            </a:r>
          </a:p>
        </p:txBody>
      </p:sp>
    </p:spTree>
    <p:extLst>
      <p:ext uri="{BB962C8B-B14F-4D97-AF65-F5344CB8AC3E}">
        <p14:creationId xmlns:p14="http://schemas.microsoft.com/office/powerpoint/2010/main" val="475428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AFF89-18F8-47B4-8EA1-A843C89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Cargas de metadata verificadas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92923-02F5-4D14-B96B-A3DD4F9D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10/22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6CBBD-0600-4F4E-BADF-59AF2FEF547F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333500"/>
                <a:gridCol w="67818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JSON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Filas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Destino PostgreSQL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M1 bases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base_catalogue; 5 en base_metadata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M2 cobertura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679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landcover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M3 elevación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154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node_elevation, FK a nodes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M4 clima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weather, hora UTC única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E38E0-7C91-4317-BD84-C1120CB6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Metadata.m1_bases a m4_clima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75698-C899-4C91-A0FF-63E1729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74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mismo módulo con --load RUTA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C36A7-EB4A-40B7-B876-0C87C1C4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43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Registros y linaje deben coincidir con contexto verificado</a:t>
            </a:r>
          </a:p>
        </p:txBody>
      </p:sp>
    </p:spTree>
    <p:extLst>
      <p:ext uri="{BB962C8B-B14F-4D97-AF65-F5344CB8AC3E}">
        <p14:creationId xmlns:p14="http://schemas.microsoft.com/office/powerpoint/2010/main" val="14069644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90D32-F7DA-4730-AAD0-7BB18524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Amenazas A1 y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FBB2D-5620-4967-8A0B-611AA87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11/22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AD128-0118-4B30-8944-6B63F8035FD8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Fuente y regla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A1 meteorología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M4 fuera del perfil, cierre de la celda por hora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Resultado A1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 horas fuera del perfil predeterminado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A2 FIRMS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VIIRS NOAA-20; confianza n/h y buffer 250 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Resultado A2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 detecciones aceptadas en tránsito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Ausencia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Colección vacía válida, no ausencia demostrada de fuego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3482B-A42A-4EF1-9AD5-EC11436B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Amenazas/a1_meteorologia.py y a2_firms.py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87A91-2938-4155-9580-78511FAD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Diccionario y carga --load por salida</a:t>
            </a:r>
          </a:p>
        </p:txBody>
      </p:sp>
    </p:spTree>
    <p:extLst>
      <p:ext uri="{BB962C8B-B14F-4D97-AF65-F5344CB8AC3E}">
        <p14:creationId xmlns:p14="http://schemas.microsoft.com/office/powerpoint/2010/main" val="856434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F04B0-7285-4AAA-BE9C-A2BD8314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Amenazas A3 y A4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F54AB-84DB-4650-946D-2AB739C9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12/22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BC998-1999-4867-80AB-207F8B1642C1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Fuente y transformación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A3 AIP ENR 5.1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PDF DGAC, inventario y geometría documentada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Selección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SC-P29 y SC-P50 para esta extensión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Décima Segunda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Origen dentro de SC-P50: método propuesto bloqueado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A4 historial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SENAPRED, densidad de incendios 2020–2024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Resultado A4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26 polígonos; clases ordinales 1–5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36701-1CCC-4E19-808D-AD6CDFA3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Amenazas/a3_aip.py y a4_historial.py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83FD3-F5F8-4F55-84B5-2DCEE097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Diccionario y carga --load por salida</a:t>
            </a:r>
          </a:p>
        </p:txBody>
      </p:sp>
    </p:spTree>
    <p:extLst>
      <p:ext uri="{BB962C8B-B14F-4D97-AF65-F5344CB8AC3E}">
        <p14:creationId xmlns:p14="http://schemas.microsoft.com/office/powerpoint/2010/main" val="1296457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FC1A8-7336-42FC-A0DF-1CB9EAD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Cargas y diccionarios de amenazas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0D74A-A662-4755-871A-5AF727B5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13/22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DF0B1-74FC-4779-A7ED-C4F5AC69CEC5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333500"/>
                <a:gridCol w="67818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JSON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Filas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Tablas tipadas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weather_hazards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0, estado empty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thermal_events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A3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airspace_zones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A4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historical_risk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1D984-94BE-4729-8466-1AA71F71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SELECT dataset_key, record_count, status FROM routing.datasets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EFA10-8299-486A-AF1B-D1BD454C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74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WHERE run_id = la publicación verificada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0D6CE-E551-4A84-9E17-BAE156F2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43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Un error de adquisición conserva la publicación anterior</a:t>
            </a:r>
          </a:p>
        </p:txBody>
      </p:sp>
    </p:spTree>
    <p:extLst>
      <p:ext uri="{BB962C8B-B14F-4D97-AF65-F5344CB8AC3E}">
        <p14:creationId xmlns:p14="http://schemas.microsoft.com/office/powerpoint/2010/main" val="19101997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ED6DA-BF40-47E8-AAF7-1E2F18DA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Cuatro modelos de falla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9B587-E091-4DDF-B5C5-65C5F0ED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14/22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01A6F-F8B6-4955-B49C-5684267D5D46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Fenómeno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Efecto sobre la misión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Meteorología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Viento/racha&gt;=límite o temperatura fuera de perfil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Foco térmico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Exclusión por intersección con buffer, incluye bordes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Restricción AIP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Exclusión horizontal permanente del escenario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Recurrencia histórica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Preferencia ordinal de exposición, sin cierre automático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F2336-05B7-49FA-8CAD-8A77AF47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Resolver un evento no cancela otro superpuesto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9FD70-A204-45AF-882F-3FCDDD5A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Sin escape modelado durante un segmento</a:t>
            </a:r>
          </a:p>
        </p:txBody>
      </p:sp>
    </p:spTree>
    <p:extLst>
      <p:ext uri="{BB962C8B-B14F-4D97-AF65-F5344CB8AC3E}">
        <p14:creationId xmlns:p14="http://schemas.microsoft.com/office/powerpoint/2010/main" val="1880432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F8121-4ADF-45B5-86D4-FA6F1C0B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Costos, preferencias y defaults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38A66-D2E8-4A25-90C4-37C03250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15/22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F5573-DBF7-43D0-9A15-F58F4F3200AA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Parámetro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Default / regla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Tiempo de arco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Longitud m / velocidad sobre suelo m/s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Ejemplo 1000 m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100 s en calma;125 s con viento frontal 2 m/s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25 min, reserva 20%, observación 60 s;1200 s utilizables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Preferencias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Presupuesto&lt;=1200 s; viento&lt;=8 m/s; desvío 1–1.20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Exposición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(clase−1)/4; sin cobertura penalización 1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552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0A616-4CF5-4C57-9C7D-450CF2B6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Yen y adaptación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0B8D5-C0F9-4320-B98D-611B7FC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16/22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E0D73-AC71-4B23-BB05-EF3655E9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Yen (1971): generación de k caminos simples mínimos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A7DCE-8BE1-4A48-8B7F-7BAB5765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Finding the K Shortest Loopless Paths in a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AF69D-85EB-496D-80F8-CF58271E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Implementación: pgr_KSP de pgRouting 3.8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CB82C-EC65-479C-8920-D40ADED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Adaptación: exclusiones, retorno y exposición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1F8F8-DC3A-408C-9BB4-CE1AA29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Heurística limitada, sin óptimo global de exposición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7BDA7-24AF-48BC-807F-A0497DD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Artículo: doi.org/10.1287/mnsc.17.11.712</a:t>
            </a:r>
          </a:p>
        </p:txBody>
      </p:sp>
    </p:spTree>
    <p:extLst>
      <p:ext uri="{BB962C8B-B14F-4D97-AF65-F5344CB8AC3E}">
        <p14:creationId xmlns:p14="http://schemas.microsoft.com/office/powerpoint/2010/main" val="5937942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94CEE-EAF6-47BC-9C52-C71BF968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Selección de misiones propuestas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71A02-94B3-436C-9599-B595A2C0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17/22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E1E53-3398-4EF2-85D5-3B3F4B8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Validación de extremos y perfil efectivo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5256F-4912-443F-881A-72F1D452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Exclusión de arcos completos por FIRMS, AIP y bloqueos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95CB6-7E66-4952-9B40-78340B2B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Hasta 3 idas y3 retornos por tiempo, hasta 9 pares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1EBA1-BFF5-478C-8FEE-F2677C5E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Filtro por presupuesto y1.20 del menor tiempo restante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363FE-EDC4-45B7-9C2E-A22E1B9A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Orden por exposición y tiempo, hasta 2 idas distintas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1BCA5-00D0-4B28-B05C-9E450A4E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Menos candidatos o falta de ruta se informa sin inventar enlaces</a:t>
            </a:r>
          </a:p>
        </p:txBody>
      </p:sp>
    </p:spTree>
    <p:extLst>
      <p:ext uri="{BB962C8B-B14F-4D97-AF65-F5344CB8AC3E}">
        <p14:creationId xmlns:p14="http://schemas.microsoft.com/office/powerpoint/2010/main" val="19741039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50ABE-3046-4377-BFDC-4D62D37B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Dos misiones Dijkstra por distancia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24523-1191-4B92-A35F-D64065D2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18/22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729E9-3BA0-4F21-A935-108339DBF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13751f0624497"/>
          <a:stretch xmlns:a="http://schemas.openxmlformats.org/drawingml/2006/main"/>
        </p:blipFill>
        <p:spPr>
          <a:xfrm xmlns:a="http://schemas.openxmlformats.org/drawingml/2006/main">
            <a:off x="6550564" y="3381375"/>
            <a:ext cx="3329498" cy="2762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2CBE2-961D-4BC7-AC96-6F66C52FC5CD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Ida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Regreso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Total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0.925904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0.925904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1.851807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0.927462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0.925904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1.853366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D9F53-37F7-4339-A5BE-9FB21E09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D1 mínima y D2 por exclusiones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4E202-8187-4F47-96DD-0D0E3FF2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pgr_dijkstra con costo km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B51A4-BADD-48B7-88B1-7B3226AB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Sin filtrar amenazas ni autonomía</a:t>
            </a:r>
          </a:p>
        </p:txBody>
      </p:sp>
    </p:spTree>
    <p:extLst>
      <p:ext uri="{BB962C8B-B14F-4D97-AF65-F5344CB8AC3E}">
        <p14:creationId xmlns:p14="http://schemas.microsoft.com/office/powerpoint/2010/main" val="18491065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79763-B269-4CB1-92C5-5B7875B1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Dos misiones propuestas por tiempo y exposición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070A9-A3E9-49BD-AD2E-FB39F058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19/22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97527-360E-444E-9EB6-E33DAB7D64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5564532614e58"/>
          <a:stretch xmlns:a="http://schemas.openxmlformats.org/drawingml/2006/main"/>
        </p:blipFill>
        <p:spPr>
          <a:xfrm xmlns:a="http://schemas.openxmlformats.org/drawingml/2006/main">
            <a:off x="6550564" y="3381375"/>
            <a:ext cx="3329498" cy="2762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FF07-4487-4DB3-99C9-6FE49EBB725D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Total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Tiempo 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Exposición m pond.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1.851807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247.312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1305.9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1.853366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247.469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1307.5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73879-B6E3-45CB-A2CE-028CE1B5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Origen: Décima Sexta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6FAD5-428B-4B09-B12F-9AF6D2B3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3838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Destino dentro de vigilancia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D4D5D-133C-462B-9ABF-E1E649E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Observación y regreso incluidos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49286-31B6-41DD-83D2-54DFB539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2113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Hora UTC 00:00 del 19/10/2026</a:t>
            </a:r>
          </a:p>
        </p:txBody>
      </p:sp>
    </p:spTree>
    <p:extLst>
      <p:ext uri="{BB962C8B-B14F-4D97-AF65-F5344CB8AC3E}">
        <p14:creationId xmlns:p14="http://schemas.microsoft.com/office/powerpoint/2010/main" val="178762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00A64-9677-4886-8241-CB00DAA2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Supervivencia de misiones congeladas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BB754-C636-4CDB-A52D-02321F8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20/22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ADAB0-2804-4340-8661-E9065552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100 escenarios: control y99 cierres circulares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985C2-A5F0-4E18-8FE3-D8BE6883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33 de100 m, 33 de250 m y33 de500 m, semilla 20261018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AB53B-12B2-4326-9818-D527D241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Centros independientes del resultado del algoritmo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82E42-4D53-4ED2-A776-E57084FC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R_conjunto = media de max(I(P1),I(P2))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E5775-A021-42FA-BF9D-7EFED01A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I=1 si toda la misión sigue admitida y dentro del presupuesto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81FEB-780B-4C85-8F0E-0BE2EF3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Datos críticos desconocidos: mismo denominador o resultado nulo</a:t>
            </a:r>
          </a:p>
        </p:txBody>
      </p:sp>
    </p:spTree>
    <p:extLst>
      <p:ext uri="{BB962C8B-B14F-4D97-AF65-F5344CB8AC3E}">
        <p14:creationId xmlns:p14="http://schemas.microsoft.com/office/powerpoint/2010/main" val="6081762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69EDD-5A3F-4825-AE10-8C83C1C6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Comparación del caso documentado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5E472-9A17-4EF6-8069-A9E1F5A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21/22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27E69-4E20-4FBC-84A1-6136A221D8F2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Individual 1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Individual 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Conjunto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Dijkstra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99%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99%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99%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Propuesto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99%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99%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99%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439CE-CB41-40A3-8365-4CD95546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100 escenarios válidos, 0 desconocidos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96203-773C-41CF-90D9-BD91E2E1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3838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ΔR =0 puntos porcentuales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6928B-E54E-4B42-8D76-921C953F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Ambos métodos obtienen las mismas opciones en este caso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C516-11EA-4EAA-9F38-DB7A62C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2113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No demuestra superioridad ni probabilidad real de éxito</a:t>
            </a:r>
          </a:p>
        </p:txBody>
      </p:sp>
    </p:spTree>
    <p:extLst>
      <p:ext uri="{BB962C8B-B14F-4D97-AF65-F5344CB8AC3E}">
        <p14:creationId xmlns:p14="http://schemas.microsoft.com/office/powerpoint/2010/main" val="10812302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79697-AA6F-4575-A8F7-FDD4B7DE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Evidencia de cierre y limitaciones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18ABE-6FE5-451C-844F-9F4A1225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22/22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5D643-BEDF-4ECC-9C3E-A7F5E310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111 pruebas y11 comprobaciones reales de interfaz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52F4E-1BC6-4FBD-857D-363B35E5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Arranque limpio, repetición idempotente y cero duplicados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F404E-F624-4D56-9B80-38D1467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S1–S7 más S1H complementaria, con originales verificables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73793-F98D-4599-BF78-EF0AA9FF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DSM y AIP reutilizados explícitamente; DNS de DGAC bloqueado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24976-9F59-4C84-A3E8-6459A12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Despeje vertical y autonomía energética real sin verificar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55481-BC56-4768-9F08-E3456FE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Entrega en GitLab UDP y Canvas pendiente del equipo</a:t>
            </a:r>
          </a:p>
        </p:txBody>
      </p:sp>
    </p:spTree>
    <p:extLst>
      <p:ext uri="{BB962C8B-B14F-4D97-AF65-F5344CB8AC3E}">
        <p14:creationId xmlns:p14="http://schemas.microsoft.com/office/powerpoint/2010/main" val="61309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2026-10-19T03:51:49.3380000Z</dcterms:created>
  <dcterms:modified xsi:type="dcterms:W3CDTF">2026-10-19T03:51:49.3380000Z</dcterms:modified>
</coreProperties>
</file>