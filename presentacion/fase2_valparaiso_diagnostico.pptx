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07c119b5842a2" /><Relationship Type="http://schemas.openxmlformats.org/officeDocument/2006/relationships/extended-properties" Target="/docProps/app.xml" Id="Rd9dba8aac99d45ab" /><Relationship Type="http://schemas.openxmlformats.org/officeDocument/2006/relationships/officeDocument" Target="/ppt/presentation.xml" Id="R5a1e79d6854c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713f67f0374b90"/>
  </p:sldMasterIdLst>
  <p:notesMasterIdLst>
    <p:notesMasterId xmlns:r="http://schemas.openxmlformats.org/officeDocument/2006/relationships" r:id="R090044ef75024393"/>
  </p:notesMasterIdLst>
  <p:sldIdLst>
    <p:sldId xmlns:r="http://schemas.openxmlformats.org/officeDocument/2006/relationships" id="256" r:id="Rfad3ec394ff149dd"/>
    <p:sldId xmlns:r="http://schemas.openxmlformats.org/officeDocument/2006/relationships" id="257" r:id="R38bf33900fd84816"/>
    <p:sldId xmlns:r="http://schemas.openxmlformats.org/officeDocument/2006/relationships" id="258" r:id="R049daaf597604222"/>
    <p:sldId xmlns:r="http://schemas.openxmlformats.org/officeDocument/2006/relationships" id="259" r:id="R59db53b3789d4241"/>
    <p:sldId xmlns:r="http://schemas.openxmlformats.org/officeDocument/2006/relationships" id="260" r:id="R17a11ced624b423e"/>
    <p:sldId xmlns:r="http://schemas.openxmlformats.org/officeDocument/2006/relationships" id="261" r:id="Ra0dbd6da5384467e"/>
    <p:sldId xmlns:r="http://schemas.openxmlformats.org/officeDocument/2006/relationships" id="262" r:id="Reb6906dfbbc94c9e"/>
    <p:sldId xmlns:r="http://schemas.openxmlformats.org/officeDocument/2006/relationships" id="263" r:id="R8aa7c6d5ab7b40da"/>
    <p:sldId xmlns:r="http://schemas.openxmlformats.org/officeDocument/2006/relationships" id="264" r:id="Ra912583eb24e471f"/>
    <p:sldId xmlns:r="http://schemas.openxmlformats.org/officeDocument/2006/relationships" id="265" r:id="Rf0b3bd4c1adc467d"/>
    <p:sldId xmlns:r="http://schemas.openxmlformats.org/officeDocument/2006/relationships" id="266" r:id="R3b29997bb0ee416c"/>
    <p:sldId xmlns:r="http://schemas.openxmlformats.org/officeDocument/2006/relationships" id="267" r:id="R4114922df72c4e75"/>
    <p:sldId xmlns:r="http://schemas.openxmlformats.org/officeDocument/2006/relationships" id="268" r:id="R923d1b939a6b4705"/>
    <p:sldId xmlns:r="http://schemas.openxmlformats.org/officeDocument/2006/relationships" id="269" r:id="R0a740697c64a4a2f"/>
    <p:sldId xmlns:r="http://schemas.openxmlformats.org/officeDocument/2006/relationships" id="270" r:id="R6b524c93f9674dae"/>
    <p:sldId xmlns:r="http://schemas.openxmlformats.org/officeDocument/2006/relationships" id="271" r:id="R308e34115f724380"/>
    <p:sldId xmlns:r="http://schemas.openxmlformats.org/officeDocument/2006/relationships" id="272" r:id="R1dc367a1f9794162"/>
    <p:sldId xmlns:r="http://schemas.openxmlformats.org/officeDocument/2006/relationships" id="273" r:id="R3cae3b2255864ff0"/>
    <p:sldId xmlns:r="http://schemas.openxmlformats.org/officeDocument/2006/relationships" id="274" r:id="Ra360050d4f724d68"/>
    <p:sldId xmlns:r="http://schemas.openxmlformats.org/officeDocument/2006/relationships" id="275" r:id="Ra0836ef1f014433d"/>
    <p:sldId xmlns:r="http://schemas.openxmlformats.org/officeDocument/2006/relationships" id="276" r:id="R5c52fbef71e04488"/>
    <p:sldId xmlns:r="http://schemas.openxmlformats.org/officeDocument/2006/relationships" id="277" r:id="R36328fb93db743c8"/>
    <p:sldId xmlns:r="http://schemas.openxmlformats.org/officeDocument/2006/relationships" id="278" r:id="R916278a457b14a09"/>
    <p:sldId xmlns:r="http://schemas.openxmlformats.org/officeDocument/2006/relationships" id="279" r:id="R5170ecbb1bb54b49"/>
    <p:sldId xmlns:r="http://schemas.openxmlformats.org/officeDocument/2006/relationships" id="280" r:id="Rd2c9ba7d82524c04"/>
    <p:sldId xmlns:r="http://schemas.openxmlformats.org/officeDocument/2006/relationships" id="281" r:id="R9f6a45f8151d4809"/>
    <p:sldId xmlns:r="http://schemas.openxmlformats.org/officeDocument/2006/relationships" id="282" r:id="R2c756a0bff7c4c81"/>
    <p:sldId xmlns:r="http://schemas.openxmlformats.org/officeDocument/2006/relationships" id="283" r:id="R15a7878855c540bf"/>
    <p:sldId xmlns:r="http://schemas.openxmlformats.org/officeDocument/2006/relationships" id="284" r:id="R4cd2b12ff7264677"/>
    <p:sldId xmlns:r="http://schemas.openxmlformats.org/officeDocument/2006/relationships" id="285" r:id="R19810d952f3f4f3a"/>
    <p:sldId xmlns:r="http://schemas.openxmlformats.org/officeDocument/2006/relationships" id="286" r:id="R75c3963a15ff4e7a"/>
    <p:sldId xmlns:r="http://schemas.openxmlformats.org/officeDocument/2006/relationships" id="287" r:id="Ree6e5d4b8a22419c"/>
    <p:sldId xmlns:r="http://schemas.openxmlformats.org/officeDocument/2006/relationships" id="288" r:id="R4eaeccb4d4294e8f"/>
    <p:sldId xmlns:r="http://schemas.openxmlformats.org/officeDocument/2006/relationships" id="289" r:id="R3c66176a57fc42b1"/>
    <p:sldId xmlns:r="http://schemas.openxmlformats.org/officeDocument/2006/relationships" id="290" r:id="Rc54abcda83dc4b9e"/>
    <p:sldId xmlns:r="http://schemas.openxmlformats.org/officeDocument/2006/relationships" id="291" r:id="R90b55e33f45f43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d4f2acda4c45e2" /><Relationship Type="http://schemas.openxmlformats.org/officeDocument/2006/relationships/slideMaster" Target="/ppt/slideMasters/slideMaster1.xml" Id="Rda713f67f0374b90" /><Relationship Type="http://schemas.openxmlformats.org/officeDocument/2006/relationships/notesMaster" Target="/ppt/notesMasters/notesMaster1.xml" Id="R090044ef75024393" /><Relationship Type="http://schemas.openxmlformats.org/officeDocument/2006/relationships/presProps" Target="/ppt/presProps.xml" Id="R474e72d42225462c" /><Relationship Type="http://schemas.openxmlformats.org/officeDocument/2006/relationships/tableStyles" Target="/ppt/tableStyles.xml" Id="R82add3946a57425c" /><Relationship Type="http://schemas.openxmlformats.org/officeDocument/2006/relationships/slide" Target="/ppt/slides/slide1.xml" Id="Rfad3ec394ff149dd" /><Relationship Type="http://schemas.openxmlformats.org/officeDocument/2006/relationships/slide" Target="/ppt/slides/slide2.xml" Id="R38bf33900fd84816" /><Relationship Type="http://schemas.openxmlformats.org/officeDocument/2006/relationships/slide" Target="/ppt/slides/slide3.xml" Id="R049daaf597604222" /><Relationship Type="http://schemas.openxmlformats.org/officeDocument/2006/relationships/slide" Target="/ppt/slides/slide4.xml" Id="R59db53b3789d4241" /><Relationship Type="http://schemas.openxmlformats.org/officeDocument/2006/relationships/slide" Target="/ppt/slides/slide5.xml" Id="R17a11ced624b423e" /><Relationship Type="http://schemas.openxmlformats.org/officeDocument/2006/relationships/slide" Target="/ppt/slides/slide6.xml" Id="Ra0dbd6da5384467e" /><Relationship Type="http://schemas.openxmlformats.org/officeDocument/2006/relationships/slide" Target="/ppt/slides/slide7.xml" Id="Reb6906dfbbc94c9e" /><Relationship Type="http://schemas.openxmlformats.org/officeDocument/2006/relationships/slide" Target="/ppt/slides/slide8.xml" Id="R8aa7c6d5ab7b40da" /><Relationship Type="http://schemas.openxmlformats.org/officeDocument/2006/relationships/slide" Target="/ppt/slides/slide9.xml" Id="Ra912583eb24e471f" /><Relationship Type="http://schemas.openxmlformats.org/officeDocument/2006/relationships/slide" Target="/ppt/slides/slide10.xml" Id="Rf0b3bd4c1adc467d" /><Relationship Type="http://schemas.openxmlformats.org/officeDocument/2006/relationships/slide" Target="/ppt/slides/slide11.xml" Id="R3b29997bb0ee416c" /><Relationship Type="http://schemas.openxmlformats.org/officeDocument/2006/relationships/slide" Target="/ppt/slides/slide12.xml" Id="R4114922df72c4e75" /><Relationship Type="http://schemas.openxmlformats.org/officeDocument/2006/relationships/slide" Target="/ppt/slides/slide13.xml" Id="R923d1b939a6b4705" /><Relationship Type="http://schemas.openxmlformats.org/officeDocument/2006/relationships/slide" Target="/ppt/slides/slide14.xml" Id="R0a740697c64a4a2f" /><Relationship Type="http://schemas.openxmlformats.org/officeDocument/2006/relationships/slide" Target="/ppt/slides/slide15.xml" Id="R6b524c93f9674dae" /><Relationship Type="http://schemas.openxmlformats.org/officeDocument/2006/relationships/slide" Target="/ppt/slides/slide16.xml" Id="R308e34115f724380" /><Relationship Type="http://schemas.openxmlformats.org/officeDocument/2006/relationships/slide" Target="/ppt/slides/slide17.xml" Id="R1dc367a1f9794162" /><Relationship Type="http://schemas.openxmlformats.org/officeDocument/2006/relationships/slide" Target="/ppt/slides/slide18.xml" Id="R3cae3b2255864ff0" /><Relationship Type="http://schemas.openxmlformats.org/officeDocument/2006/relationships/slide" Target="/ppt/slides/slide19.xml" Id="Ra360050d4f724d68" /><Relationship Type="http://schemas.openxmlformats.org/officeDocument/2006/relationships/slide" Target="/ppt/slides/slide20.xml" Id="Ra0836ef1f014433d" /><Relationship Type="http://schemas.openxmlformats.org/officeDocument/2006/relationships/slide" Target="/ppt/slides/slide21.xml" Id="R5c52fbef71e04488" /><Relationship Type="http://schemas.openxmlformats.org/officeDocument/2006/relationships/slide" Target="/ppt/slides/slide22.xml" Id="R36328fb93db743c8" /><Relationship Type="http://schemas.openxmlformats.org/officeDocument/2006/relationships/slide" Target="/ppt/slides/slide23.xml" Id="R916278a457b14a09" /><Relationship Type="http://schemas.openxmlformats.org/officeDocument/2006/relationships/slide" Target="/ppt/slides/slide24.xml" Id="R5170ecbb1bb54b49" /><Relationship Type="http://schemas.openxmlformats.org/officeDocument/2006/relationships/slide" Target="/ppt/slides/slide25.xml" Id="Rd2c9ba7d82524c04" /><Relationship Type="http://schemas.openxmlformats.org/officeDocument/2006/relationships/slide" Target="/ppt/slides/slide26.xml" Id="R9f6a45f8151d4809" /><Relationship Type="http://schemas.openxmlformats.org/officeDocument/2006/relationships/slide" Target="/ppt/slides/slide27.xml" Id="R2c756a0bff7c4c81" /><Relationship Type="http://schemas.openxmlformats.org/officeDocument/2006/relationships/slide" Target="/ppt/slides/slide28.xml" Id="R15a7878855c540bf" /><Relationship Type="http://schemas.openxmlformats.org/officeDocument/2006/relationships/slide" Target="/ppt/slides/slide29.xml" Id="R4cd2b12ff7264677" /><Relationship Type="http://schemas.openxmlformats.org/officeDocument/2006/relationships/slide" Target="/ppt/slides/slide30.xml" Id="R19810d952f3f4f3a" /><Relationship Type="http://schemas.openxmlformats.org/officeDocument/2006/relationships/slide" Target="/ppt/slides/slide31.xml" Id="R75c3963a15ff4e7a" /><Relationship Type="http://schemas.openxmlformats.org/officeDocument/2006/relationships/slide" Target="/ppt/slides/slide32.xml" Id="Ree6e5d4b8a22419c" /><Relationship Type="http://schemas.openxmlformats.org/officeDocument/2006/relationships/slide" Target="/ppt/slides/slide33.xml" Id="R4eaeccb4d4294e8f" /><Relationship Type="http://schemas.openxmlformats.org/officeDocument/2006/relationships/slide" Target="/ppt/slides/slide34.xml" Id="R3c66176a57fc42b1" /><Relationship Type="http://schemas.openxmlformats.org/officeDocument/2006/relationships/slide" Target="/ppt/slides/slide35.xml" Id="Rc54abcda83dc4b9e" /><Relationship Type="http://schemas.openxmlformats.org/officeDocument/2006/relationships/slide" Target="/ppt/slides/slide36.xml" Id="R90b55e33f45f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7352073ca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93cdb00db94ccf" /><Relationship Type="http://schemas.openxmlformats.org/officeDocument/2006/relationships/notesMaster" Target="/ppt/notesMasters/notesMaster1.xml" Id="R9060e2c97d0f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24e8f06414b86" /><Relationship Type="http://schemas.openxmlformats.org/officeDocument/2006/relationships/notesMaster" Target="/ppt/notesMasters/notesMaster1.xml" Id="Rbd096796e3ae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929f1326fd4b5c" /><Relationship Type="http://schemas.openxmlformats.org/officeDocument/2006/relationships/notesMaster" Target="/ppt/notesMasters/notesMaster1.xml" Id="R0d7428c7cd5a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5a73194f64f55" /><Relationship Type="http://schemas.openxmlformats.org/officeDocument/2006/relationships/notesMaster" Target="/ppt/notesMasters/notesMaster1.xml" Id="R17c744b136e744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0bb939b4a4f49" /><Relationship Type="http://schemas.openxmlformats.org/officeDocument/2006/relationships/notesMaster" Target="/ppt/notesMasters/notesMaster1.xml" Id="R6152f06e7b3f44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7f7f94ea34aad" /><Relationship Type="http://schemas.openxmlformats.org/officeDocument/2006/relationships/notesMaster" Target="/ppt/notesMasters/notesMaster1.xml" Id="R7039d4647dc34f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6cc4f7e174bcf" /><Relationship Type="http://schemas.openxmlformats.org/officeDocument/2006/relationships/notesMaster" Target="/ppt/notesMasters/notesMaster1.xml" Id="R7b1bdc325eb1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7cfc8a55754036" /><Relationship Type="http://schemas.openxmlformats.org/officeDocument/2006/relationships/notesMaster" Target="/ppt/notesMasters/notesMaster1.xml" Id="Rb65edbf2589e41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8c30b1cd14ad2" /><Relationship Type="http://schemas.openxmlformats.org/officeDocument/2006/relationships/notesMaster" Target="/ppt/notesMasters/notesMaster1.xml" Id="Rf50de19c8d7a4b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ec26c730894a09" /><Relationship Type="http://schemas.openxmlformats.org/officeDocument/2006/relationships/notesMaster" Target="/ppt/notesMasters/notesMaster1.xml" Id="R9e132eb2145747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cc27101abd433e" /><Relationship Type="http://schemas.openxmlformats.org/officeDocument/2006/relationships/notesMaster" Target="/ppt/notesMasters/notesMaster1.xml" Id="Rd5f4b9fe69ef43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2072c9b2e04090" /><Relationship Type="http://schemas.openxmlformats.org/officeDocument/2006/relationships/notesMaster" Target="/ppt/notesMasters/notesMaster1.xml" Id="Rbc98ef6ef36b40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6e5f5f6c334c62" /><Relationship Type="http://schemas.openxmlformats.org/officeDocument/2006/relationships/notesMaster" Target="/ppt/notesMasters/notesMaster1.xml" Id="R75bee152816940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9ba94b412a468c" /><Relationship Type="http://schemas.openxmlformats.org/officeDocument/2006/relationships/notesMaster" Target="/ppt/notesMasters/notesMaster1.xml" Id="Rb0311696244c48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f7206e073e4ccd" /><Relationship Type="http://schemas.openxmlformats.org/officeDocument/2006/relationships/notesMaster" Target="/ppt/notesMasters/notesMaster1.xml" Id="R45eff8a0d63c46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231e5f480f41a5" /><Relationship Type="http://schemas.openxmlformats.org/officeDocument/2006/relationships/notesMaster" Target="/ppt/notesMasters/notesMaster1.xml" Id="R5a7e4db643584b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c5e0b5a3bc4c97" /><Relationship Type="http://schemas.openxmlformats.org/officeDocument/2006/relationships/notesMaster" Target="/ppt/notesMasters/notesMaster1.xml" Id="R0120d42adef149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4141fefc7f45d2" /><Relationship Type="http://schemas.openxmlformats.org/officeDocument/2006/relationships/notesMaster" Target="/ppt/notesMasters/notesMaster1.xml" Id="R4af17b77fb1148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02728e0e234c5c" /><Relationship Type="http://schemas.openxmlformats.org/officeDocument/2006/relationships/notesMaster" Target="/ppt/notesMasters/notesMaster1.xml" Id="Rd2b05bf136af44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8e66587fe54d41" /><Relationship Type="http://schemas.openxmlformats.org/officeDocument/2006/relationships/notesMaster" Target="/ppt/notesMasters/notesMaster1.xml" Id="R967e3577689643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11c8f54a89473e" /><Relationship Type="http://schemas.openxmlformats.org/officeDocument/2006/relationships/notesMaster" Target="/ppt/notesMasters/notesMaster1.xml" Id="Ra79bcd961b624c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c27ac403fe47e3" /><Relationship Type="http://schemas.openxmlformats.org/officeDocument/2006/relationships/notesMaster" Target="/ppt/notesMasters/notesMaster1.xml" Id="Rc34eb2e974c643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954757e6524fa8" /><Relationship Type="http://schemas.openxmlformats.org/officeDocument/2006/relationships/notesMaster" Target="/ppt/notesMasters/notesMaster1.xml" Id="Rd6e9589bc17947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f63336226f4328" /><Relationship Type="http://schemas.openxmlformats.org/officeDocument/2006/relationships/notesMaster" Target="/ppt/notesMasters/notesMaster1.xml" Id="R537f3c43ba5b42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fe93f4d7b74183" /><Relationship Type="http://schemas.openxmlformats.org/officeDocument/2006/relationships/notesMaster" Target="/ppt/notesMasters/notesMaster1.xml" Id="R2ce92bb9db2b470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ee8ad41e194200" /><Relationship Type="http://schemas.openxmlformats.org/officeDocument/2006/relationships/notesMaster" Target="/ppt/notesMasters/notesMaster1.xml" Id="R5bb988f32b3143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18acc477b470b" /><Relationship Type="http://schemas.openxmlformats.org/officeDocument/2006/relationships/notesMaster" Target="/ppt/notesMasters/notesMaster1.xml" Id="R07c43695314e44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9139c7082d4b0a" /><Relationship Type="http://schemas.openxmlformats.org/officeDocument/2006/relationships/notesMaster" Target="/ppt/notesMasters/notesMaster1.xml" Id="R0e180a9cc0294e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56b56937b934b14" /><Relationship Type="http://schemas.openxmlformats.org/officeDocument/2006/relationships/notesMaster" Target="/ppt/notesMasters/notesMaster1.xml" Id="R57e1fc00bea445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ab8a80b17b4a62" /><Relationship Type="http://schemas.openxmlformats.org/officeDocument/2006/relationships/notesMaster" Target="/ppt/notesMasters/notesMaster1.xml" Id="R8f4a91a5139248c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92c0dca58be4cfe" /><Relationship Type="http://schemas.openxmlformats.org/officeDocument/2006/relationships/notesMaster" Target="/ppt/notesMasters/notesMaster1.xml" Id="Ra45acc3ba3184b8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6403fc87994794" /><Relationship Type="http://schemas.openxmlformats.org/officeDocument/2006/relationships/notesMaster" Target="/ppt/notesMasters/notesMaster1.xml" Id="Rda47b2430dcb41d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c6dbba8e73247f6" /><Relationship Type="http://schemas.openxmlformats.org/officeDocument/2006/relationships/notesMaster" Target="/ppt/notesMasters/notesMaster1.xml" Id="R6f090dce7e25441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9cd43c8571b4eb2" /><Relationship Type="http://schemas.openxmlformats.org/officeDocument/2006/relationships/notesMaster" Target="/ppt/notesMasters/notesMaster1.xml" Id="Re406507edbff40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ce1369bbc04075" /><Relationship Type="http://schemas.openxmlformats.org/officeDocument/2006/relationships/notesMaster" Target="/ppt/notesMasters/notesMaster1.xml" Id="Rf3bc4313952e40e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786f1db498f4445" /><Relationship Type="http://schemas.openxmlformats.org/officeDocument/2006/relationships/notesMaster" Target="/ppt/notesMasters/notesMaster1.xml" Id="R0b5cae02014b47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Simulador académico. No representa vuelos autorizados.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Polígono original sin modificar. El buffer solo amplía navegación, no objetivos ni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Pruebas sobre BD desechable real. main_limpio.log conserva la ejecución, sin considerar como éxito una imagen antigua.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Catálogo completo en BD/diagrama_fase2.svg y diagnostico.json. DDL inicial conserva 22 tablas, extensión vial3, modelo aéreo1 y migración004 agrega3.</a:t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protege snapshots publicados, integridad de extremos, geometrías y claves. Ejecución desde volumen vacío comprobada.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Infraestructura/preparar_snapshot.py y cargar.py. Raster se muestrea tras crear nodos. Calles no limitan el vuelo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Infraestructura/infraestructura.schema.json y diccionario ampliado. Se verifica geometría completa, no solo extremos. IDs estables y consultas temporales sin publicar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Autoría: adaptación de aportes_metadata_diego por core.metadata_hidalgo. S1H es una republicación complementaria de Bomberos, no una fuente adicional de amenazas. Originales y metadatos en manifest.json.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nodos inventados del aporte son una prueba y se excluyen. La serie best_match se conserva como antecedente, no sustituye ECMWF. Fuentes: https://open-meteo.com/en/docs y Copernicus GLO-30.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módulo tiene diccionario .md. Cargadores no consultan servicios externos. Se rechaza falsificación del origen complementario S1H.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Amenazas/a1_meteorologia.py y a2_firms.py. Un foco externo se incorpora si su buffer intersecta tránsito. Los antiguos sin resolución mantienen exclusión como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AIP: página/texto original, límites verticales y excepciones del parser. Exclusión conservadora2D, no permiso de vuelo. A4 no representa incendios actuales.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Diccionarios A1–A4 y docs/FASE2_METADATA_TRANSITO.md. SQL y conteos reales en diagnostico.json. No se agrega un evento ficticio para llenar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Estados sintéticos blocked/unknown/resolved con reloj UTC. No se anticipan actualizaciones futuras ni se infiere extinción por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A4 expresa política preventiva simulada, no incendio activo. Sin cobertura se excluye por información desconocida. La interpretación docente sigue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Velocidad aire10m/s, temperatura[-5,40]°C. Exposición no se suma a segundos. UI aplica restricciones más exigentes y exporta effective_profile.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Yen,J.Y.(1971). Finding the K Shortest Loopless Paths in a Network. Management Science17(11),712–716. https://doi.org/10.1287/mnsc.17.11.712. El artículo respalda caminos alternativos, no certifica resiliencia de este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core/aerial_routing.py. Se descuenta tiempo consumido. La observación se suma una vez; emergency_return no completa vigilancia. Se conserva search_limited.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y pruebas independientes de Dijkstra en tests/test_aerial.py. Las misiones se evalúan después con las mismas condiciones y presupuesto que la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un ejemplo retrospectivo, anterior a la obtención de M4. No se presenta como ejecución de vuelo ni evidencia causal del pronóstico.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core/mission_evaluation.py fija ambas colecciones antes del bucle; no recalcula rutas ante escenarios. Se guarda escenario completo y SHA-256. Pruebas manuales cubren diferencias positivas, negativas, cero y casos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resultados se mantienen aunque no favorezcan a la propuesta. Mapa y cuatro trazas en interfaz/comparacion.png y mapa_comparativo.svg. Reporte guarda filas por escenario.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Cinco bases, cuatro objetivos extremos UTM, primera/central/última hora posterior a adquisición, dos perfiles. Se fijan sin calcular factibilidad. Solo 13 casos propuestos tienen control admisible; no es una probabilidad de éxito real.</a:t>
            </a:r>
          </a:p>
          <a:p xmlns:a="http://schemas.openxmlformats.org/drawingml/2006/main">
            <a:r>
              <a:t>{"default":{"improvements":2,"max_delta_pp":4.0000000000000036,"mean_delta_pp":0.03333333333333336,"methods":{"proposed":{"control_admissible":9,"mean_set_survival":0.1455,"mean_shared_50m_fraction":0.3481465088759528,"reasons":{"endpoint_blocked":16,"insufficient_return_budget":15,"none":9,"weather_outside_profile":20},"statuses":{"no_route":16,"not_feasible":35,"ready":9},"two_options":9},"reference":{"control_admissible":9,"mean_set_survival":0.14516666666666667,"mean_shared_50m_fraction":0.42078980378737396,"reasons":{"none":60},"statuses":{"ready":60},"two_options":60}},"min_delta_pp":-3.0000000000000027,"ties":56,"total_cases":60,"unknown_cases":0,"valid_case_scenarios":6000,"valid_cases":60,"worsenings":2},"history4":{"improvements":2,"max_delta_pp":98,"mean_delta_pp":3.2666666666666666,"methods":{"proposed":{"control_admissible":4,"mean_set_survival":0.06533333333333333,"mean_shared_50m_fraction":0.751260776666497,"reasons":{"endpoint_blocked":16,"historical_class_unknown":12,"insufficient_return_budget":8,"none":4,"weather_outside_profile":20},"statuses":{"no_route":28,"not_feasible":28,"ready":4},"two_options":3},"reference":{"control_admissible":2,"mean_set_survival":0.03266666666666666,"mean_shared_50m_fraction":0.42078980378737396,"reasons":{"none":60},"statuses":{"ready":60},"two_options":60}},"min_delta_pp":0,"ties":58,"total_cases":60,"unknown_cases":0,"valid_case_scenarios":6000,"valid_cases":60,"worsenings":0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Matriz de rúbrica y evidencias en presentacion/MATRIZ_RUBRICA.md. Geomaster y webapp-testing aplicados. Kassis,T.,Agarwal,V.,He,Y.,Patel,D.,Brueckner,A.M.(2026). Scientific Agent Skills. https://doi.org/10.48550/arXiv.2609.00065. La referencia describe la habilidad, no valida las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Esquema real de PostgreSQL: 29 tablas, vistas excluidas. Detalle de cada restricción en schema.json y diagrama completo en BD/diagrama_fase2_relaciones.svg.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Esquema real de PostgreSQL: 29 tablas, vistas excluidas. Detalle de cada restricción en schema.json y diagrama completo en BD/diagrama_fase2_relaciones.svg.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1268,"dictionary":"Infraestructura/DICCIONARIO.md","extract":["python","-m","Infraestructura.preparar_snapshot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builder":"aerial-grid-v2","configuration_sha256":"77dd21d7cb2de92ff93e9eb49194f99d05f6d8226969ec2e5715e0a45bd02b0b","context_sha256":"874a9a98d05e9fa8c56196247393e1f71c54001a73084134ef6d2306444af0bc","derived_corridors":true,"flight_area":{"analysis_srid":32719,"buffer_m":1100,"geometry":{"coordinates":[[[-71.67326567344257,-33.07088546572489],[-71.67332968843017,-33.068405056386794],[-71.67326562935459,-33.06713476556225],[-71.67273955177681,-33.0629948382524],[-71.672562097656,-33.06204054161648],[-71.6722752118895,-33.06110531292488],[-71.67191572659641,-33.060276648204756],[-71.67194193418855,-33.06008801732781],[-71.67195271862846,-33.059018015737266],[-71.67182650594278,-33.057953266677686],[-71.67098506106007,-33.053372479272774],[-71.6709703670996,-33.05331336040417],[-71.67210479344041,-33.05042166465232],[-71.67241712682957,-33.04946821835489],[-71.67261510361975,-33.048493308814706],[-71.67269675742124,-33.04750663818232],[-71.67266127956933,-33.046518025323884],[-71.67250902701652,-33.045537308107775],[-71.6722415186255,-33.04457424551501],[-71.67186141990649,-33.04363842054728],[-71.67137251635634,-33.042739144897574],[-71.67080638186445,-33.04192382765634],[-71.67080633707766,-33.041583438053514],[-71.67074723248903,-33.04059223354776],[-71.67053678736231,-33.038830052512395],[-71.67037270624827,-33.037900799438454],[-71.67010494479271,-33.036988797808334],[-71.66973590997877,-33.03610223526834],[-71.66926891769678,-33.03524907085546],[-71.66870816288301,-33.03443696357285],[-71.66805868178282,-33.033673203665124],[-71.66732630667946,-33.03296464720906],[-71.66651761349686,-33.03231765460527],[-71.6656398627482,-33.03173803352138],[-71.66470093436047,-33.03123098679719],[-71.66370925696009,-33.03080106577788],[-71.66118687384498,-33.029831921348176],[-71.66012323560979,-33.02947479516694],[-71.65902344268333,-33.0292064057722],[-71.65789789976235,-33.029029292413206],[-71.65675725494914,-33.0289451308271],[-71.65561229911397,-33.02895471739463],[-71.65447386391207,-33.02905796160673],[-71.65335271941515,-33.029253886913],[-71.64849725833778,-33.03031214204034],[-71.64438376637554,-33.03095365138735],[-71.64431360625721,-33.03096477726296],[-71.63884853691536,-33.031845754007186],[-71.63777448155626,-33.032063319203765],[-71.6367293622955,-33.032364731271535],[-71.63572238175846,-33.03274733642749],[-71.6347624071012,-33.03320776592974],[-71.62848994512143,-33.03655359092835],[-71.6168804707721,-33.04105048887594],[-71.6011369072201,-33.04296226521945],[-71.6009467274313,-33.04291616802324],[-71.59973598657402,-33.04266932078033],[-71.59924868700567,-33.04251222680528],[-71.59867840517302,-33.04223645873142],[-71.59775439336534,-33.04183425483182],[-71.59628300206177,-33.041261651639886],[-71.59518830432535,-33.0408905013522],[-71.59405499622324,-33.040613512410516],[-71.59289446209779,-33.04043346736503],[-71.59171835955226,-33.0403521749574],[-71.59053850246349,-33.040370451962275],[-71.58901459940834,-33.0404585348747],[-71.587943877744,-33.040562062300225],[-71.58688887999755,-33.0407476228731],[-71.58585844596253,-33.0410136619516],[-71.58486120984627,-33.04135795054931],[-71.58390552798255,-33.041777603989665],[-71.58299940886073,-33.04226910605098],[-71.581895812445,-33.04292979867723],[-71.58083272857253,-33.04364770339161],[-71.57987524133884,-33.044464251253714],[-71.5787715685098,-33.045521372366544],[-71.57874752686543,-33.045544471641136],[-71.57868012532701,-33.04560943385589],[-71.57823230187876,-33.04586746766386],[-71.57737448496042,-33.04641171755528],[-71.57657911654265,-33.04701953507531],[-71.57585281551,-33.047685863262],[-71.5752016265193,-33.04840515820633],[-71.57463096968213,-33.04917143514727],[-71.57414559542727,-33.04997831823816],[-71.57346225910344,-33.051255667174594],[-71.57303065276457,-33.05218459383423],[-71.57271205298495,-33.0531453394591],[-71.57250968786168,-33.05412818106471],[-71.57246965557569,-33.05460192766922],[-71.57221845647693,-33.05493318849071],[-71.57166373344742,-33.05586963214036],[-71.57122929315267,-33.05685009342793],[-71.57070358312326,-33.058259507028176],[-71.5704281899073,-33.05913619560167],[-71.57024906330194,-33.06003040473442],[-71.5701881848067,-33.06070703125054],[-71.56998430897805,-33.060802034547116],[-71.5690843952887,-33.06131816767027],[-71.56629911048715,-33.06307962962329],[-71.56602276627488,-33.06325985043418],[-71.56163459541189,-33.06621022822707],[-71.56136431474144,-33.066397546034715],[-71.55815855923477,-33.06868732959325],[-71.55717216496822,-33.069478888719196],[-71.55630095675271,-33.0703610830178],[-71.55383074629539,-33.07317926036381],[-71.55356900896207,-33.07349018824339],[-71.55125643018931,-33.07635231855234],[-71.5506154442851,-33.07724278287678],[-71.55008889626136,-33.0781849265155],[-71.54968259567248,-33.079168361429886],[-71.54912700870268,-33.08078154825452],[-71.54830720251907,-33.08115285916254],[-71.54747540166127,-33.08160956823909],[-71.54669224950202,-33.08212364034618],[-71.54075371775095,-33.08637214358739],[-71.53989408403316,-33.087052352210144],[-71.53911958223772,-33.087801535594096],[-71.53843798334599,-33.08861217914636],[-71.5378561270501,-33.08947615155827],[-71.5369099993792,-33.09106109721453],[-71.53645615508141,-33.09192073627196],[-71.5361011248609,-33.09281270913477],[-71.53584810711487,-33.09372898797631],[-71.53569938234284,-33.094661325952075],[-71.53554151422185,-33.09620228320655],[-71.53549850255423,-33.09714951950452],[-71.5355631527149,-33.0980958840785],[-71.53577315239843,-33.09976892820089],[-71.53601208568898,-33.10096564193941],[-71.53640214635539,-33.10238227855506],[-71.53634828393726,-33.10346225170426],[-71.53636293282256,-33.10452389070745],[-71.53651237342868,-33.105578124949666],[-71.53679489700143,-33.106612866435874],[-71.5373202637825,-33.108153737861265],[-71.53777463642302,-33.10924277798087],[-71.53837632261369,-33.11027999749195],[-71.53911200189549,-33.111380627582946],[-71.53972460149788,-33.11220060537851],[-71.54042935580567,-33.11296636588938],[-71.54121954055037,-33.113670600458335],[-71.54208761554132,-33.114306587516026],[-71.54302529661639,-33.11486825677902],[-71.54402363471938,-33.11535024723125],[-71.5460734119683,-33.116230769833905],[-71.54697558512309,-33.11657880878578],[-71.54902538637349,-33.11728322053771],[-71.55017619971231,-33.1176213642609],[-71.55136237556044,-33.11785763560303],[-71.55257121500307,-33.1179895052752],[-71.55378977629961,-33.11801556170062],[-71.55500501357477,-33.11793552613286],[-71.55620391662778,-33.11775025563419],[-71.55737365035566,-33.11746173388176],[-71.56021182879739,-33.11662521963405],[-71.56081039236767,-33.116419056181506],[-71.56128078632534,-33.116549843319284],[-71.56232677642545,-33.116754026135],[-71.56339051475422,-33.11687721913371],[-71.56446316404244,-33.11691839900233],[-71.56623794118806,-33.11691839014517],[-71.56874858352103,-33.11696043605172],[-71.56995151884878,-33.11692882833153],[-71.57114434343549,-33.11679410913459],[-71.57282625297917,-33.11652993857849],[-71.57305683341525,-33.11649171399706],[-71.57431826358481,-33.11627157215979],[-71.5754872915176,-33.11601429254633],[-71.5766188495801,-33.115657598302946],[-71.57770103348301,-33.11520524230615],[-71.57872245890681,-33.11466198377791],[-71.57967238133712,-33.11403353816559],[-71.58054080913818,-33.11332651695827],[-71.58122399927004,-33.112710155725466],[-71.58190549566069,-33.11203754700964],[-71.58251309320367,-33.11131653020162],[-71.58304196403847,-33.11055283671089],[-71.58348790643636,-33.109752537015936],[-71.58411841878565,-33.10847582286696],[-71.58435316652995,-33.10792611523744],[-71.58446618046756,-33.107896360328226],[-71.5855576577247,-33.10750364913488],[-71.5865966275967,-33.107020485714244],[-71.58757254054171,-33.10645177665467],[-71.58847548792085,-33.1058032971156],[-71.58876728459617,-33.10554674971694],[-71.58949247211034,-33.10542923148313],[-71.59041156534536,-33.10521412927651],[-71.5924545331798,-33.104660053388145],[-71.59302714649155,-33.10540028936828],[-71.59373523206837,-33.106147088116785],[-71.5945254477891,-33.10683305483354],[-71.59539045594019,-33.1074518184383],[-71.59632222363847,-33.107997631923084],[-71.59667698742206,-33.108184758096485],[-71.5977587282543,-33.10869076537535],[-71.59889758379195,-33.10909846638614],[-71.60008098311056,-33.1094033608316],[-71.6012958631575,-33.1096020832467],[-71.60252881308003,-33.10969244017619],[-71.60290987390158,-33.109703445722616],[-71.60399771540588,-33.10968592938469],[-71.60453262251156,-33.11011561463099],[-71.60542169151975,-33.11070365762643],[-71.60615748915181,-33.1111439378623],[-71.6071194343813,-33.11166234495681],[-71.6081365222081,-33.11209990999918],[-71.60919918951299,-33.11245251867698],[-71.61029744422305,-33.11271685550303],[-71.6111909606143,-33.112892966169],[-71.61155948831988,-33.1129495264989],[-71.61158925200489,-33.11305813240149],[-71.6119453950847,-33.1139560017465],[-71.61240166604536,-33.1148211967681],[-71.6125855803615,-33.11512935598128],[-71.61318914434966,-33.116022108258456],[-71.61389923469255,-33.11685751940622],[-71.61420141222737,-33.117176688537846],[-71.61488882399043,-33.117840049623595],[-71.61564344614429,-33.11844949216683],[-71.6164593318639,-33.11900021251319],[-71.61668782438818,-33.119128183784966],[-71.61722392436,-33.1195077016624],[-71.618108569929,-33.120025665176264],[-71.6190457663149,-33.12047343598588],[-71.61963704844774,-33.120726572343486],[-71.6207383304367,-33.1211397846528],[-71.62188404081323,-33.121456111081756],[-71.62306217730232,-33.121672237955956],[-71.62426039764328,-33.12178590129582],[-71.62546614901258,-33.12179591054933],[-71.62666679966132,-33.12170216106818],[-71.62784977138175,-33.12150563519641],[-71.6290026714078,-33.1212083919603],[-71.63011342236128,-33.12081354546869],[-71.63051490345926,-33.120628064873586],[-71.63110588403345,-33.120529410899465],[-71.63220918596001,-33.12024860438861],[-71.63327459294437,-33.11987841709007],[-71.63392925938736,-33.11958495571153],[-71.63475501259892,-33.11951889418232],[-71.636008615702,-33.11936304779921],[-71.63649646078792,-33.11963609212109],[-71.63762645311252,-33.12020840186094],[-71.63880831815499,-33.120732577000936],[-71.64005311407126,-33.12114078668371],[-71.64134483281036,-33.1214277813997],[-71.64236975051617,-33.12160387401422],[-71.6434767992575,-33.121748328367765],[-71.64454418337498,-33.12180112857737],[-71.644868064583,-33.12188311292511],[-71.64596573236834,-33.12206762343102],[-71.64707925653113,-33.12216364350242],[-71.64819858418673,-33.122170306441674],[-71.64931361004201,-33.12208755226611],[-71.6504142677178,-33.12191612824395],[-71.65149062071693,-33.12165758213522],[-71.65253295221252,-33.12131424819944],[-71.65353185284211,-33.12088922609683],[-71.65447830571175,-33.12038635287495],[-71.66882616299213,-33.1119334023373],[-71.66971517497657,-33.11135444565945],[-71.67053456161186,-33.11070681405928],[-71.67127686307117,-33.10999640510861],[-71.67193532197682,-33.10922968787154],[-71.6725039448967,-33.10841364395827],[-71.67297755686319,-33.10755570391626],[-71.67335184841895,-33.10666367953915],[-71.67362341476445,-33.10574569271135],[-71.67378978665386,-33.10481010143772],[-71.6738494527613,-33.10386542373213],[-71.67380187331857,-33.10292026005929],[-71.67364748490422,-33.10198321503547],[-71.67338769634505,-33.1010628191017],[-71.67302487577183,-33.100167450881536],[-71.67256232895144,-33.09930526092984],[-71.6720042690964,-33.09848409756574],[-71.67183364767534,-33.09828080769669],[-71.67183977175013,-33.09826797662932],[-71.67215339824523,-33.0973779225556],[-71.67225225030744,-33.09695588130676],[-71.67245003075215,-33.09657491707034],[-71.67279000150721,-33.09571215379313],[-71.67303466459707,-33.09482680830368],[-71.6731819663637,-33.093926322650965],[-71.6732964170338,-33.092870280962806],[-71.67390613771073,-33.091008640826814],[-71.67670373784533,-33.08782269700026],[-71.6773358358312,-33.087024777927],[-71.67787338398533,-33.08617917873501],[-71.67831135456515,-33.08529381294318],[-71.67864565209759,-33.084376965962576],[-71.67887315160102,-33.08343721753406],[-71.6789917277109,-33.08248336142111],[-71.67900027444078,-33.08152432310986],[-71.67889871539889,-33.08056907628744],[-71.67868800436906,-33.07962655888004],[-71.67837011625619,-33.07870558943603],[-71.6770033523615,-33.07535902983931],[-71.67655768024349,-33.07442490287828],[-71.67600180895475,-33.07353363644929],[-71.67534147114125,-33.07269441712844],[-71.67458347564022,-33.07191589480529],[-71.67373563723089,-33.07120609357921],[-71.67326567344257,-33.07088546572489]]],"type":"Polygon"},"quad_segs":16},"manifest_sha256":"12f8422edc7e4fea55dfa2f47a4344b55b30bef5dec72a200f9c6192f7ac76d0","profile":{"aip_margin_m":300,"air_speed_ms":10,"alternatives":3,"builder":"aerial-grid-v2","clearance_verified":false,"comparison_options":2,"detour_factor":1.2,"flight_minutes":25,"grid_m":800,"max_link_m":1500,"neighbours":8,"observation_s":60,"operationally_certified":false,"reserve_fraction":0.2,"temperature_max_c":40,"temperature_min_c":-5,"thermal_buffer_m":250,"thermal_window_hours":24,"weather_max_age_minutes":90,"wind_limit_ms":8},"sources":{"S1":{"id_field":"objectid_1","ids":{"bytes":121,"fetched_at_utc":"2026-10-19T03:06:58.309960+00:00","file":"S1_ids_ecb27b6140bdde3d.json","http_status":200,"sha256":"ecb27b6140bdde3dfb021a9f1e15ffecfde6ddbb6d42c90be5cd1645b8f05024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returnIdsOnly=true"},"pages":[{"bytes":17617,"fetched_at_utc":"2026-10-19T03:06:58.577851+00:00","file":"S1_0_0b8b5624e833d3fa.json","http_status":200,"sha256":"0b8b5624e833d3faa970fbed09cbec8b1da54fc0ec48c4277c11521affe0a5a3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bjectIds=104%2C108%2C110%2C114%2C115%2C117%2C118%2C120%2C121%2C122%2C125%2C126%2C127%2C128%2C129%2C130%2C132%2C1398"}],"product":"SENAPRED Servicios_2024/BOMBEROS","record_count":18},"S1H":{"catalogue":{"bytes":2407,"fetched_at_utc":"2026-10-19T03:06:59.038839+00:00","file":"S1H_catalogue_688b7486e1effacd.json","http_status":200,"sha256":"688b7486e1effacdac28ddac88a437339f0ce7e4b6bb7a2c7b63e46c08cb45af","url":"https://www.arcgis.com/sharing/rest/content/items/ac7929a4d40e4879afd09b0c04b12fd3?f=json"},"id_field":"FID","ids":{"bytes":92,"fetched_at_utc":"2026-10-19T03:06:59.441539+00:00","file":"S1H_ids_02df08aab2db267f.json","http_status":200,"sha256":"02df08aab2db267f1b4cabb250a4c2949cec96696403f3e34f4d69c53d0daca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json&amp;returnIdsOnly=true"},"pages":[{"bytes":5703,"fetched_at_utc":"2026-10-19T03:06:59.700266+00:00","file":"S1H_0_4cc4fbfc9255745b.json","http_status":200,"sha256":"4cc4fbfc9255745b1183f5fead18469599dff23ddc269bcd33f453e6049f6fb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geojson&amp;objectIds=18%2C19%2C20%2C21%2C22%2C23%2C24%2C25%2C26%2C27%2C28%2C29%2C30%2C31%2C32%2C33%2C34"}],"product":"Junta Nacional de Bomberos / IDE CHILE; republicación ArcGIS TerrenoIII","record_count":17},"S2":{"id_field":"objectid","ids":{"bytes":5012,"fetched_at_utc":"2026-10-19T03:07:00.313547+00:00","file":"S2_ids_4821125c7057a429.json","http_status":200,"sha256":"4821125c7057a429e2924e52594216607e8462f055844fef36f849c4fcf33bf3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6773352,"fetched_at_utc":"2026-10-19T03:07:01.268452+00:00","file":"S2_0_258d71b91a4bf97f.json","http_status":200,"sha256":"258d71b91a4bf97f0aeed82992b2e7636380c8ac6ddb17d2b77f71935b605937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9532%2C9533%2C9534%2C9535%2C9536%2C9537%2C9538%2C9539%2C9540%2C9541%2C9542%2C9543%2C9544%2C9545%2C9546%2C9547%2C9553%2C9554%2C9557%2C9564%2C9575%2C9576%2C9577%2C9578%2C9579%2C9581%2C9594%2C9595%2C9596%2C9597%2C9598%2C9599%2C9600%2C9601%2C9602%2C9603%2C9604%2C9605%2C9606%2C9610%2C9613%2C9627%2C9628%2C9629%2C9630%2C9631%2C9634%2C9635%2C9637%2C9650%2C9651%2C9652%2C9653%2C9654%2C9655%2C9656%2C9657%2C9658%2C9659%2C9660%2C9661%2C9662%2C9663%2C9664%2C9665%2C9666%2C9667%2C9668%2C9669%2C9670%2C9671%2C9672%2C9673%2C9674%2C9675%2C9676%2C9677%2C9678%2C9679%2C9680%2C9681%2C9682%2C9684%2C9685%2C9686%2C9687%2C9688%2C9689%2C9690%2C9691%2C9692%2C9693%2C9694%2C9695%2C9697%2C9698%2C9699%2C9700%2C9701%2C9703%2C9735%2C9775%2C9776%2C9777%2C9778%2C9779%2C9780%2C9817%2C9818%2C9819%2C9820%2C9821%2C9822%2C9823%2C9898%2C9900%2C9901%2C9927%2C9942%2C9943%2C9944%2C9945%2C9947%2C9948%2C9949%2C9950%2C9955%2C9956%2C9958%2C9959%2C9960%2C9961%2C9962%2C9963%2C9965%2C9966%2C9967%2C9983%2C9984%2C9985%2C9986%2C9987%2C9988%2C9989%2C9991%2C9992%2C9993%2C9994%2C9995%2C9996%2C9997%2C9998%2C10002%2C10003%2C10004%2C10005%2C10033%2C10034%2C15536%2C15537%2C15538%2C15539%2C15540%2C15541%2C15542%2C15543%2C15545%2C15546%2C15550%2C15551%2C15552%2C15553%2C15554%2C15618%2C15619%2C15620%2C15621%2C15622%2C15623%2C15624%2C15625%2C15626%2C15649%2C15653%2C15656%2C15657%2C15660%2C15661%2C15674%2C15675%2C15676%2C15677%2C15684%2C15685%2C15688%2C15689%2C15690%2C15691%2C15692%2C15693"},{"bytes":4281286,"fetched_at_utc":"2026-10-19T03:07:02.006832+00:00","file":"S2_200_3557aaaab4a113af.json","http_status":200,"sha256":"3557aaaab4a113afc38479c092039c8f64db68db4c05aef1f7c48520cf2dddf6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15701%2C15702%2C15703%2C15704%2C15705%2C15706%2C15707%2C15708%2C15709%2C15710%2C15711%2C16242%2C16243%2C16248%2C16264%2C16265%2C16266%2C16267%2C16271%2C16272%2C16273%2C16274%2C16275%2C16276%2C16277%2C16278%2C16279%2C16282%2C16283%2C16284%2C16285%2C16286%2C16287%2C16288%2C16289%2C16290%2C16291%2C16292%2C16293%2C16294%2C16295%2C16296%2C16297%2C16298%2C16299%2C16300%2C16301%2C16302%2C16306%2C16307%2C16309%2C16312%2C16318%2C16319%2C16320%2C16321%2C16332%2C16333%2C16338%2C16339%2C16341%2C16342%2C16343%2C16347%2C16348%2C16367%2C16370%2C16371%2C16372%2C16373%2C16374%2C16375%2C16376%2C16377%2C16378%2C16379%2C16380%2C16381%2C16404%2C16405%2C16406%2C16407%2C16408%2C16409%2C16410%2C16411%2C16412%2C16413%2C16414%2C16415%2C16416%2C16417%2C16418%2C16419%2C16420%2C16421%2C16422%2C16423%2C16424%2C16425%2C16426%2C16427%2C16428%2C16429%2C16430%2C16431%2C16432%2C16433%2C16434%2C16435%2C16436%2C16437%2C16438%2C16439%2C16440%2C16441%2C16442%2C16443%2C16444%2C16445%2C16446%2C16447%2C16448%2C16449%2C16450%2C16451%2C16452%2C16453%2C16454%2C16455%2C16456%2C16457%2C16458%2C16459%2C16460%2C16461%2C16462%2C16463%2C16464%2C16465%2C16466%2C16467%2C16468%2C16469%2C16470%2C16471%2C16472%2C16473%2C16474%2C16475%2C16476%2C16477%2C16478%2C16479%2C16480%2C16481%2C16482%2C16483%2C16484%2C16485%2C16486%2C16487%2C16488%2C16489%2C16490%2C16491%2C16492%2C16493%2C16499%2C16521%2C16522%2C16523%2C16527%2C16528%2C16530%2C16531%2C16532%2C16533%2C16534%2C16535%2C16536%2C16539%2C16542%2C16545%2C16546%2C16549%2C16550%2C16551%2C16552%2C16553%2C16554%2C16679%2C16680%2C16681%2C16684%2C16688%2C16689%2C16690%2C16691%2C16693"},{"bytes":9659794,"fetched_at_utc":"2026-10-19T03:07:03.278030+00:00","file":"S2_400_be1e3ceac0b118ca.json","http_status":200,"sha256":"be1e3ceac0b118ca1c85e422642eee823b82341664850aff74866928c244ca60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16694%2C16695%2C16696%2C16697%2C16698%2C16699%2C16700%2C16701%2C16702%2C16703%2C16704%2C16705%2C16706%2C16707%2C16708%2C16709%2C16711%2C16712%2C16713%2C16714%2C16715%2C16716%2C16717%2C16718%2C16719%2C16720%2C16721%2C16724%2C16725%2C16726%2C16727%2C16728%2C16729%2C16730%2C16731%2C16732%2C16733%2C16734%2C16736%2C16737%2C16741%2C16742%2C16830%2C16831%2C16832%2C16833%2C16834%2C16835%2C16836%2C16837%2C16838%2C16839%2C16840%2C16841%2C17041%2C17043%2C17044%2C17045%2C17046%2C17047%2C17048%2C17049%2C17050%2C17051%2C17052%2C17053%2C17054%2C17065%2C17066%2C17067%2C17084%2C17088%2C17089%2C17090%2C17096%2C17097%2C17098%2C17149%2C17157%2C17158%2C17171%2C17172%2C17173%2C17174%2C17175%2C17176%2C17177%2C17180%2C17181%2C17184%2C17185%2C17371%2C17376%2C17377%2C17397%2C17398%2C17402%2C17403%2C17819%2C17820%2C17821%2C17822%2C17823%2C18073%2C18076%2C18078%2C18079%2C18096%2C18097%2C18103%2C18104%2C18115%2C18116%2C18117%2C18118%2C18119%2C18120%2C18121%2C18122%2C18123%2C18124%2C18125%2C18126%2C18140%2C18141%2C18145%2C18146%2C18486%2C18487%2C18488%2C18489%2C18911%2C18912%2C18913%2C18914%2C18915%2C18916%2C18917%2C18918%2C18919%2C18923%2C18924%2C18926%2C18927%2C18931%2C18933%2C18934%2C18935%2C18936%2C18937%2C18938%2C18939%2C18940%2C18942%2C18943%2C18944%2C18945%2C18946%2C18947%2C18948%2C18949%2C18950%2C18951%2C18952%2C18953%2C18954%2C18955%2C18956%2C18957%2C18958%2C18959%2C18960%2C18961%2C18962%2C18963%2C18964%2C18965%2C18966%2C18967%2C18968%2C18969%2C18970%2C18971%2C18972%2C18973%2C18974%2C18975%2C18976%2C18977%2C18978%2C18979%2C18980%2C18981%2C18982%2C18991%2C18992%2C18998%2C18999%2C19093%2C19094"},{"bytes":5479002,"fetched_at_utc":"2026-10-19T03:07:04.222561+00:00","file":"S2_600_cfe89fec8e0ce3a8.json","http_status":200,"sha256":"cfe89fec8e0ce3a80ae888413f9a47e03a274436ae913798ccf50d788f349aa9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19097%2C19098%2C19106%2C19107%2C19108%2C19109%2C19110%2C19111%2C19112%2C19113%2C19304%2C19305%2C19308%2C19309%2C19312%2C19313%2C19319%2C19324%2C19326%2C19327%2C19328%2C19330%2C19365%2C19366%2C19367%2C19368%2C19369%2C19370%2C19371%2C19372%2C19373%2C19375%2C19377%2C19378%2C19379%2C19380%2C19383%2C19422%2C19516%2C19519%2C19522%2C19523%2C19524%2C19525%2C19526%2C19527%2C19528%2C19529%2C19530%2C19531%2C19532%2C19533%2C19551%2C19632%2C19633%2C19635%2C19636%2C19637%2C19638%2C19639%2C19641%2C19642%2C19643%2C19644%2C19658%2C19659%2C19660%2C19680%2C19681%2C19736%2C19737%2C19738%2C19740%2C19847%2C19848%2C19867%2C19869%2C19871%2C19872%2C19875%2C19876%2C19877%2C19878%2C19879%2C19880%2C19881%2C19883%2C19884%2C19885%2C19886%2C19887%2C19888%2C19889%2C19968%2C19969%2C19970%2C19971%2C19972%2C19974%2C19993%2C19994%2C20215%2C20216%2C20217%2C20218%2C20219%2C20222%2C20223%2C20226%2C20241%2C20242%2C20244%2C20245%2C20246%2C20249%2C20250%2C20251%2C20252%2C20253%2C20255%2C20256%2C20257%2C20258%2C20259%2C20260%2C20261%2C20262%2C20263%2C20264%2C20265%2C20266%2C20267%2C20268%2C20269%2C20270%2C20271%2C20272%2C20273%2C20275%2C20276%2C20277%2C20278%2C20279%2C20280%2C20281%2C20282%2C20283%2C20284%2C20285%2C20286%2C20287%2C20288%2C20289%2C20290%2C20292%2C20293%2C20294%2C20297%2C20300%2C20306%2C20308%2C20316%2C20317%2C20318%2C20319%2C20336%2C20337%2C20341%2C20343%2C20344%2C20346%2C20347%2C20348%2C20349%2C20350%2C20351%2C20352%2C20353%2C20354%2C20356%2C20357%2C20358%2C20359%2C20363%2C20364%2C20365%2C20366%2C20367%2C20369%2C20370%2C20371%2C20372%2C20374%2C20375%2C20376%2C20377%2C20378%2C20380%2C20381%2C20383"},{"bytes":6486331,"fetched_at_utc":"2026-10-19T03:07:05.219723+00:00","file":"S2_800_62b7008b32f89cca.json","http_status":200,"sha256":"62b7008b32f89cca9685a846c1f62348ecfd8574aa04c50a875e66af4323f7dc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20384%2C20385%2C20386%2C20387%2C20388%2C20389%2C20390%2C20391%2C20404%2C20407%2C20408%2C20409%2C20410%2C20415%2C20416%2C20417%2C20418%2C20421%2C20422%2C20589%2C20601%2C20602%2C20603%2C20605%2C20607%2C20621%2C20632%2C20634%2C20635%2C20636%2C20639%2C20640%2C20641%2C20642%2C20643%2C20644%2C20645%2C20646%2C20647%2C20648%2C20649%2C20650%2C64993%2C64995%2C64996%2C64997%2C64998%2C64999%2C65000%2C65001%2C65002%2C65108%2C65284"}],"product":"CONAF Valparaíso 2019, distribuido por CIREN","record_count":853},"S3":{"bytes":33279328,"fetched_at_utc":"2026-10-17T22:55:25.070736+00:00","file":"S3_41d64133c16b5704.tif","http_status":200,"product":"Copernicus GLO-30, celda S34 W072","reuse":{"explicit":true,"manifest_sha256":"c4c391e106725ca99e8d1f1196c20d3a1877df67adfb7298cef38cbf84bbb466"},"sha256":"41d64133c16b5704183212363bf0d2e735f36d1003491e5c28c3a52bd00dbc89","url":"https://copernicus-dem-30m.s3.amazonaws.com/Copernicus_DSM_COG_10_S34_00_W072_00_DEM/Copernicus_DSM_COG_10_S34_00_W072_00_DEM.tif"},"S4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,"S5":{"bytes":6176727,"fetched_at_utc":"2026-10-19T03:07:08.404883+00:00","file":"S5_2111565206cb1cb5.csv","http_status":200,"product":"NASA FIRMS VIIRS NOAA-20 C2 South America 7d","sha256":"2111565206cb1cb5e561828ddb130aba0a5ffc30670f1085b952897c2445b024","url":"https://firms.modaps.eosdis.nasa.gov/data/active_fire/noaa-20-viirs-c2/csv/J1_VIIRS_C2_South_America_7d.csv"},"S6":{"bytes":445770,"fetched_at_utc":"2026-10-17T22:55:30.138736+00:00","file":"S6_fd2d8e065ebd2098.pdf","http_status":200,"product":"DGAC AIP ENR 5.1","reuse":{"explicit":true,"manifest_sha256":"c4c391e106725ca99e8d1f1196c20d3a1877df67adfb7298cef38cbf84bbb466"},"sha256":"fd2d8e065ebd209832d2820abe3592b17f15fb84265f210a092d9df6fc77598d","url":"https://aipchile.dgac.gob.cl/dasa/aip_chile_con_contenido/ais/2%20ENR%20Parte%202/ENR%205%20Zonas%20Prohibidas%2C%20Restringidas%20y%20Peligrosas/ENR%205.1-1%20Zonas%20P%2C%20R%2C%20D.pdf"},"S7":{"id_field":"objectid","ids":{"bytes":162,"fetched_at_utc":"2026-10-19T03:07:08.701452+00:00","file":"S7_ids_61c099a0a336fc0c.json","http_status":200,"sha256":"61c099a0a336fc0cedfadf32ec6468f366780f93ea34773ad6f484f40afcb9c3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311924,"fetched_at_utc":"2026-10-19T03:07:09.100012+00:00","file":"S7_0_d3360c08fab0489a.json","http_status":200,"sha256":"d3360c08fab0489ad83666d75cb43a06533e749a1ba1abb144f9eb5cf7c6d0bc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671%2C675%2C680%2C684%2C686%2C690%2C696%2C698%2C700%2C713%2C716%2C721%2C723%2C729%2C730%2C732%2C734%2C735%2C737%2C742%2C745%2C750%2C751%2C755%2C756%2C760%2C763%2C798%2C802"}],"product":"SENAPRED densidad de incendios 2020-2024","record_count":29}}},"load":["python","-m","Infraestructura.cargar","{output}"],"original_packet_sha256":"0afa9834e0980cbd0790f793d048ddd2c0046174e67dc012e0f17338714ac4c4","output":"infraestructura.json","sample":{"dataset_key":"I","edges":[{"geometry":{"coordinates":[[-71.64843695418442,-33.08653007972807],[-71.63965836729953,-33.07950329128533]],"type":"LineString"},"id":5865490480857765,"natural_key":"arc:aerial:grid:800:252800:6336000-&gt;aerial:grid:800:253600:6336800","physical_key":"corridor:aerial:grid:800:252800:6336000|aerial:grid:800:253600:6336800","source":"2122332705314860074","target":"8577355180716890958"}],"nodes":[{"geometry":{"coordinates":[-71.60434562180853,-33.044180414592354],"type":"Point"},"id":"117035864987528410","kind":"navegacion","natural_key":"aerial:grid:800:256800:6340800","source_record_id":null}],"observed_at":"2026-10-19T03:07:09.118728+00:00","run_id":"b80f9b83-cad7-53b8-a8b8-34a2a17e614c","schema_version":"4.0","source_id":"DERIVED_AERIAL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16,"dictionary":"Metadata/m1_bases.md","extract":["python","-m","Metadata.m1_bases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_1","ids":{"bytes":121,"fetched_at_utc":"2026-10-19T03:06:58.309960+00:00","file":"S1_ids_ecb27b6140bdde3d.json","http_status":200,"sha256":"ecb27b6140bdde3dfb021a9f1e15ffecfde6ddbb6d42c90be5cd1645b8f05024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returnIdsOnly=true"},"pages":[{"bytes":17617,"fetched_at_utc":"2026-10-19T03:06:58.577851+00:00","file":"S1_0_0b8b5624e833d3fa.json","http_status":200,"sha256":"0b8b5624e833d3faa970fbed09cbec8b1da54fc0ec48c4277c11521affe0a5a3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bjectIds=104%2C108%2C110%2C114%2C115%2C117%2C118%2C120%2C121%2C122%2C125%2C126%2C127%2C128%2C129%2C130%2C132%2C1398"}],"product":"SENAPRED Servicios_2024/BOMBEROS","record_count":18},"supporting_sources":{"S1H":{"catalogue":{"bytes":2407,"fetched_at_utc":"2026-10-19T03:06:59.038839+00:00","file":"S1H_catalogue_688b7486e1effacd.json","http_status":200,"sha256":"688b7486e1effacdac28ddac88a437339f0ce7e4b6bb7a2c7b63e46c08cb45af","url":"https://www.arcgis.com/sharing/rest/content/items/ac7929a4d40e4879afd09b0c04b12fd3?f=json"},"id_field":"FID","ids":{"bytes":92,"fetched_at_utc":"2026-10-19T03:06:59.441539+00:00","file":"S1H_ids_02df08aab2db267f.json","http_status":200,"sha256":"02df08aab2db267f1b4cabb250a4c2949cec96696403f3e34f4d69c53d0daca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json&amp;returnIdsOnly=true"},"pages":[{"bytes":5703,"fetched_at_utc":"2026-10-19T03:06:59.700266+00:00","file":"S1H_0_4cc4fbfc9255745b.json","http_status":200,"sha256":"4cc4fbfc9255745b1183f5fead18469599dff23ddc269bcd33f453e6049f6fb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geojson&amp;objectIds=18%2C19%2C20%2C21%2C22%2C23%2C24%2C25%2C26%2C27%2C28%2C29%2C30%2C31%2C32%2C33%2C34"}],"product":"Junta Nacional de Bomberos / IDE CHILE; republicación ArcGIS TerrenoIII","record_count":17}}},"load":["python","-m","Metadata.m1_bases","--load","{output}"],"original_packet_sha256":"98fbd108151e5a7b511a76995d7690f7d57db9b21a2011babcfe712a4543ddbb","output":"metadata/bases.json","sample":{"dataset_key":"M1","observed_at":"2026-10-19T03:07:09.118728+00:00","records":[{"address":"Calle Las 7 Vueltas S/N, Laguna Verde","candidate":true,"commune":"Valparaíso","distance_to_study_m":0,"geometry":{"coordinates":[-71.6572392109999,-33.10190169],"type":"Point"},"inside_study":true,"name":"Decima Sexta de Valparaíso","node_id":"444204520825800637","original_record":{"CATEGORÍA":"Exposición","COMUNA":"Valparaíso","Direccion":"Calle Las 7 Vueltas S/N, Laguna Verde","FID":19,"NOMBRE":"Decima Sexta de Valparaíso","PROVINCIA":"Valparaíso","REGIÓN":"Valparaíso","Telefono":"(32) 2255871"},"provider_id":"104","selection_reason":"inside_study","source_refs":[{"provider_id":"19","source_id":"S1H"},{"provider_id":"104","source_id":"S1"}]}],"run_id":"b80f9b83-cad7-53b8-a8b8-34a2a17e614c","schema_version":"aerial-dataset-1","source_id":"S1"}}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679,"dictionary":"Metadata/m2_cobertura.md","extract":["python","-m","Metadata.m2_cobertur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","ids":{"bytes":5012,"fetched_at_utc":"2026-10-19T03:07:00.313547+00:00","file":"S2_ids_4821125c7057a429.json","http_status":200,"sha256":"4821125c7057a429e2924e52594216607e8462f055844fef36f849c4fcf33bf3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6773352,"fetched_at_utc":"2026-10-19T03:07:01.268452+00:00","file":"S2_0_258d71b91a4bf97f.json","http_status":200,"sha256":"258d71b91a4bf97f0aeed82992b2e7636380c8ac6ddb17d2b77f71935b605937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9532%2C9533%2C9534%2C9535%2C9536%2C9537%2C9538%2C9539%2C9540%2C9541%2C9542%2C9543%2C9544%2C9545%2C9546%2C9547%2C9553%2C9554%2C9557%2C9564%2C9575%2C9576%2C9577%2C9578%2C9579%2C9581%2C9594%2C9595%2C9596%2C9597%2C9598%2C9599%2C9600%2C9601%2C9602%2C9603%2C9604%2C9605%2C9606%2C9610%2C9613%2C9627%2C9628%2C9629%2C9630%2C9631%2C9634%2C9635%2C9637%2C9650%2C9651%2C9652%2C9653%2C9654%2C9655%2C9656%2C9657%2C9658%2C9659%2C9660%2C9661%2C9662%2C9663%2C9664%2C9665%2C9666%2C9667%2C9668%2C9669%2C9670%2C9671%2C9672%2C9673%2C9674%2C9675%2C9676%2C9677%2C9678%2C9679%2C9680%2C9681%2C9682%2C9684%2C9685%2C9686%2C9687%2C9688%2C9689%2C9690%2C9691%2C9692%2C9693%2C9694%2C9695%2C9697%2C9698%2C9699%2C9700%2C9701%2C9703%2C9735%2C9775%2C9776%2C9777%2C9778%2C9779%2C9780%2C9817%2C9818%2C9819%2C9820%2C9821%2C9822%2C9823%2C9898%2C9900%2C9901%2C9927%2C9942%2C9943%2C9944%2C9945%2C9947%2C9948%2C9949%2C9950%2C9955%2C9956%2C9958%2C9959%2C9960%2C9961%2C9962%2C9963%2C9965%2C9966%2C9967%2C9983%2C9984%2C9985%2C9986%2C9987%2C9988%2C9989%2C9991%2C9992%2C9993%2C9994%2C9995%2C9996%2C9997%2C9998%2C10002%2C10003%2C10004%2C10005%2C10033%2C10034%2C15536%2C15537%2C15538%2C15539%2C15540%2C15541%2C15542%2C15543%2C15545%2C15546%2C15550%2C15551%2C15552%2C15553%2C15554%2C15618%2C15619%2C15620%2C15621%2C15622%2C15623%2C15624%2C15625%2C15626%2C15649%2C15653%2C15656%2C15657%2C15660%2C15661%2C15674%2C15675%2C15676%2C15677%2C15684%2C15685%2C15688%2C15689%2C15690%2C15691%2C15692%2C15693"},{"bytes":4281286,"fetched_at_utc":"2026-10-19T03:07:02.006832+00:00","file":"S2_200_3557aaaab4a113af.json","http_status":200,"sha256":"3557aaaab4a113afc38479c092039c8f64db68db4c05aef1f7c48520cf2dddf6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15701%2C15702%2C15703%2C15704%2C15705%2C15706%2C15707%2C15708%2C15709%2C15710%2C15711%2C16242%2C16243%2C16248%2C16264%2C16265%2C16266%2C16267%2C16271%2C16272%2C16273%2C16274%2C16275%2C16276%2C16277%2C16278%2C16279%2C16282%2C16283%2C16284%2C16285%2C16286%2C16287%2C16288%2C16289%2C16290%2C16291%2C16292%2C16293%2C16294%2C16295%2C16296%2C16297%2C16298%2C16299%2C16300%2C16301%2C16302%2C16306%2C16307%2C16309%2C16312%2C16318%2C16319%2C16320%2C16321%2C16332%2C16333%2C16338%2C16339%2C16341%2C16342%2C16343%2C16347%2C16348%2C16367%2C16370%2C16371%2C16372%2C16373%2C16374%2C16375%2C16376%2C16377%2C16378%2C16379%2C16380%2C16381%2C16404%2C16405%2C16406%2C16407%2C16408%2C16409%2C16410%2C16411%2C16412%2C16413%2C16414%2C16415%2C16416%2C16417%2C16418%2C16419%2C16420%2C16421%2C16422%2C16423%2C16424%2C16425%2C16426%2C16427%2C16428%2C16429%2C16430%2C16431%2C16432%2C16433%2C16434%2C16435%2C16436%2C16437%2C16438%2C16439%2C16440%2C16441%2C16442%2C16443%2C16444%2C16445%2C16446%2C16447%2C16448%2C16449%2C16450%2C16451%2C16452%2C16453%2C16454%2C16455%2C16456%2C16457%2C16458%2C16459%2C16460%2C16461%2C16462%2C16463%2C16464%2C16465%2C16466%2C16467%2C16468%2C16469%2C16470%2C16471%2C16472%2C16473%2C16474%2C16475%2C16476%2C16477%2C16478%2C16479%2C16480%2C16481%2C16482%2C16483%2C16484%2C16485%2C16486%2C16487%2C16488%2C16489%2C16490%2C16491%2C16492%2C16493%2C16499%2C16521%2C16522%2C16523%2C16527%2C16528%2C16530%2C16531%2C16532%2C16533%2C16534%2C16535%2C16536%2C16539%2C16542%2C16545%2C16546%2C16549%2C16550%2C16551%2C16552%2C16553%2C16554%2C16679%2C16680%2C16681%2C16684%2C16688%2C16689%2C16690%2C16691%2C16693"},{"bytes":9659794,"fetched_at_utc":"2026-10-19T03:07:03.278030+00:00","file":"S2_400_be1e3ceac0b118ca.json","http_status":200,"sha256":"be1e3ceac0b118ca1c85e422642eee823b82341664850aff74866928c244ca60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16694%2C16695%2C16696%2C16697%2C16698%2C16699%2C16700%2C16701%2C16702%2C16703%2C16704%2C16705%2C16706%2C16707%2C16708%2C16709%2C16711%2C16712%2C16713%2C16714%2C16715%2C16716%2C16717%2C16718%2C16719%2C16720%2C16721%2C16724%2C16725%2C16726%2C16727%2C16728%2C16729%2C16730%2C16731%2C16732%2C16733%2C16734%2C16736%2C16737%2C16741%2C16742%2C16830%2C16831%2C16832%2C16833%2C16834%2C16835%2C16836%2C16837%2C16838%2C16839%2C16840%2C16841%2C17041%2C17043%2C17044%2C17045%2C17046%2C17047%2C17048%2C17049%2C17050%2C17051%2C17052%2C17053%2C17054%2C17065%2C17066%2C17067%2C17084%2C17088%2C17089%2C17090%2C17096%2C17097%2C17098%2C17149%2C17157%2C17158%2C17171%2C17172%2C17173%2C17174%2C17175%2C17176%2C17177%2C17180%2C17181%2C17184%2C17185%2C17371%2C17376%2C17377%2C17397%2C17398%2C17402%2C17403%2C17819%2C17820%2C17821%2C17822%2C17823%2C18073%2C18076%2C18078%2C18079%2C18096%2C18097%2C18103%2C18104%2C18115%2C18116%2C18117%2C18118%2C18119%2C18120%2C18121%2C18122%2C18123%2C18124%2C18125%2C18126%2C18140%2C18141%2C18145%2C18146%2C18486%2C18487%2C18488%2C18489%2C18911%2C18912%2C18913%2C18914%2C18915%2C18916%2C18917%2C18918%2C18919%2C18923%2C18924%2C18926%2C18927%2C18931%2C18933%2C18934%2C18935%2C18936%2C18937%2C18938%2C18939%2C18940%2C18942%2C18943%2C18944%2C18945%2C18946%2C18947%2C18948%2C18949%2C18950%2C18951%2C18952%2C18953%2C18954%2C18955%2C18956%2C18957%2C18958%2C18959%2C18960%2C18961%2C18962%2C18963%2C18964%2C18965%2C18966%2C18967%2C18968%2C18969%2C18970%2C18971%2C18972%2C18973%2C18974%2C18975%2C18976%2C18977%2C18978%2C18979%2C18980%2C18981%2C18982%2C18991%2C18992%2C18998%2C18999%2C19093%2C19094"},{"bytes":5479002,"fetched_at_utc":"2026-10-19T03:07:04.222561+00:00","file":"S2_600_cfe89fec8e0ce3a8.json","http_status":200,"sha256":"cfe89fec8e0ce3a80ae888413f9a47e03a274436ae913798ccf50d788f349aa9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19097%2C19098%2C19106%2C19107%2C19108%2C19109%2C19110%2C19111%2C19112%2C19113%2C19304%2C19305%2C19308%2C19309%2C19312%2C19313%2C19319%2C19324%2C19326%2C19327%2C19328%2C19330%2C19365%2C19366%2C19367%2C19368%2C19369%2C19370%2C19371%2C19372%2C19373%2C19375%2C19377%2C19378%2C19379%2C19380%2C19383%2C19422%2C19516%2C19519%2C19522%2C19523%2C19524%2C19525%2C19526%2C19527%2C19528%2C19529%2C19530%2C19531%2C19532%2C19533%2C19551%2C19632%2C19633%2C19635%2C19636%2C19637%2C19638%2C19639%2C19641%2C19642%2C19643%2C19644%2C19658%2C19659%2C19660%2C19680%2C19681%2C19736%2C19737%2C19738%2C19740%2C19847%2C19848%2C19867%2C19869%2C19871%2C19872%2C19875%2C19876%2C19877%2C19878%2C19879%2C19880%2C19881%2C19883%2C19884%2C19885%2C19886%2C19887%2C19888%2C19889%2C19968%2C19969%2C19970%2C19971%2C19972%2C19974%2C19993%2C19994%2C20215%2C20216%2C20217%2C20218%2C20219%2C20222%2C20223%2C20226%2C20241%2C20242%2C20244%2C20245%2C20246%2C20249%2C20250%2C20251%2C20252%2C20253%2C20255%2C20256%2C20257%2C20258%2C20259%2C20260%2C20261%2C20262%2C20263%2C20264%2C20265%2C20266%2C20267%2C20268%2C20269%2C20270%2C20271%2C20272%2C20273%2C20275%2C20276%2C20277%2C20278%2C20279%2C20280%2C20281%2C20282%2C20283%2C20284%2C20285%2C20286%2C20287%2C20288%2C20289%2C20290%2C20292%2C20293%2C20294%2C20297%2C20300%2C20306%2C20308%2C20316%2C20317%2C20318%2C20319%2C20336%2C20337%2C20341%2C20343%2C20344%2C20346%2C20347%2C20348%2C20349%2C20350%2C20351%2C20352%2C20353%2C20354%2C20356%2C20357%2C20358%2C20359%2C20363%2C20364%2C20365%2C20366%2C20367%2C20369%2C20370%2C20371%2C20372%2C20374%2C20375%2C20376%2C20377%2C20378%2C20380%2C20381%2C20383"},{"bytes":6486331,"fetched_at_utc":"2026-10-19T03:07:05.219723+00:00","file":"S2_800_62b7008b32f89cca.json","http_status":200,"sha256":"62b7008b32f89cca9685a846c1f62348ecfd8574aa04c50a875e66af4323f7dc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20384%2C20385%2C20386%2C20387%2C20388%2C20389%2C20390%2C20391%2C20404%2C20407%2C20408%2C20409%2C20410%2C20415%2C20416%2C20417%2C20418%2C20421%2C20422%2C20589%2C20601%2C20602%2C20603%2C20605%2C20607%2C20621%2C20632%2C20634%2C20635%2C20636%2C20639%2C20640%2C20641%2C20642%2C20643%2C20644%2C20645%2C20646%2C20647%2C20648%2C20649%2C20650%2C64993%2C64995%2C64996%2C64997%2C64998%2C64999%2C65000%2C65001%2C65002%2C65108%2C65284"}],"product":"CONAF Valparaíso 2019, distribuido por CIREN","record_count":853}},"load":["python","-m","Metadata.m2_cobertura","--load","{output}"],"original_packet_sha256":"d3328d94d5b4929b0751198155cc0c897a7553a67f89b9bf9580c8134be4fbb2","output":"metadata/cobertura.json","sample":{"dataset_key":"M2","observed_at":"2026-10-19T03:07:09.118728+00:00","records":[{"attributes":{"commune":"Valparaíso","cover_class":"No Aplica","forest_subtype":" ","forest_type":" ","height_class":" ","land_use_code":"Ciudades, Pueblos, Zonas Industriales","structure":"No Aplica","subuse":"Ciudades, Pueblos, Zonas Industriales"},"category":"Áreas Urbanas e Industriales","clipped_area_ha":14.087935171644082,"geometry":{"coordinates":[[[[-71.56650006596497,-33.07545902719502],[-71.56649667302814,-33.07547159051784],[-71.5664879593699,-33.07548800940055],[-71.56647330066109,-33.07550609109431],[-71.56643324388425,-33.075546163474684],[-71.56639342605926,-33.075591843783116],[-71.5663736559365,-33.07561259619223],[-71.56631527981608,-33.075657461997274],[-71.56626740230638,-33.07570709264564],[-71.56621092342785,-33.07574982588134],[-71.5661629722563,-33.07579939475272],[-71.56610658680253,-33.075842202465076],[-71.56605863203772,-33.07589177053165],[-71.56600230317783,-33.07593462486901],[-71.56595446788894,-33.07598428697616],[-71.565898141724,-33.076027142773945],[-71.56585029655366,-33.07607679880693],[-71.56583172837675,-33.07609124840844],[-71.56573895127251,-33.0761544326429],[-71.56570907600111,-33.07616945205544],[-71.56567576647036,-33.07618036376657],[-71.56564156850582,-33.07618751780159],[-71.5656095696171,-33.07619169851584],[-71.56558278365195,-33.07619362853942],[-71.56555651781136,-33.07619332593822],[-71.56556159508933,-33.076337181827625],[-71.565560682401,-33.0763571587409],[-71.5655580727951,-33.07636542079164],[-71.56555214121929,-33.076371021913616],[-71.5655373423733,-33.07637468774652],[-71.56551218415545,-33.07637587180296],[-71.56545472072337,-33.07637575287042],[-71.5654091671553,-33.07637496625947],[-71.56536160764921,-33.07637711156203],[-71.56530406336874,-33.076382286633724],[-71.56524155859128,-33.07639158670726],[-71.56517923707013,-33.0764062078812],[-71.5651223539497,-33.07642743582817],[-71.56508047988105,-33.07645188247387],[-71.56504580850434,-33.07647961556191],[-71.56499211080991,-33.076532953726016],[-71.56496520986042,-33.07655539128947],[-71.56490759461305,-33.07659721556093],[-71.5648763709704,-33.07661618901849],[-71.56484105550162,-33.07663188280327],[-71.56480268216764,-33.076645125678695],[-71.5647230168733,-33.07666927041708],[-71.56468461838647,-33.07668249296301],[-71.56464911876307,-33.076698038447184],[-71.56461733996159,-33.07671656776944],[-71.56455705132792,-33.076756246671025],[-71.56452787764076,-33.076776865571524],[-71.564421639282,-33.07686771904958],[-71.56435084215613,-33.07694298107901],[-71.5643287229389,-33.07696925446364],[-71.56430995533597,-33.0769982150951],[-71.56426212903025,-33.077091894099084],[-71.56422830206992,-33.077152788559644],[-71.56421374666736,-33.07719141344144],[-71.56420302976602,-33.07723311471546],[-71.56417996192785,-33.07736550182763],[-71.56417079911195,-33.07740921280528],[-71.56415772592962,-33.07745663772368],[-71.56412860614137,-33.07754684089565],[-71.56411645013894,-33.07760392699431],[-71.56410880547588,-33.07766238602949],[-71.56410467592052,-33.07771848748724],[-71.56410322154807,-33.07780890567023],[-71.56410514753604,-33.07784618363865],[-71.56410704298128,-33.077880293372374],[-71.56410515831584,-33.07792654980841],[-71.5641014716299,-33.07795162757315],[-71.56409507832001,-33.0779756748515],[-71.564085274107,-33.07799690543065],[-71.56407183081879,-33.078013917741075],[-71.56405650556003,-33.0780268977079],[-71.56402758429947,-33.07804804396966],[-71.56401586397995,-33.078060651333416],[-71.56399460714537,-33.07808761688947],[-71.56398249965198,-33.07809991412568],[-71.56396815804847,-33.078110419879714],[-71.56393697213507,-33.078129423872554],[-71.56392272844792,-33.07814000865892],[-71.56391066676859,-33.07815234201853],[-71.56388904791297,-33.07817901624289],[-71.56387691077518,-33.078191290884675],[-71.56386259432449,-33.078201815445865],[-71.5638313787667,-33.07822079759],[-71.56381706411263,-33.07823132515854],[-71.56380494763607,-33.07824361409473],[-71.56378351652835,-33.078270440341214],[-71.56377171266551,-33.07828298068086],[-71.5637287651101,-33.07831455884404],[-71.56371635039287,-33.078326609908785],[-71.5637071489494,-33.07834123828831],[-71.5637007475547,-33.07835810902061],[-71.56369643204806,-33.07837665304764],[-71.56369363020269,-33.07839640970337],[-71.56368814508959,-33.07846161107689],[-71.56368378736214,-33.078485908118786],[-71.56367721977908,-33.0785097347043],[-71.56366813691326,-33.078531625289365],[-71.56365634113526,-33.078550201646706],[-71.56364188275074,-33.07856428351505],[-71.56362561336265,-33.07857333345524],[-71.56360997459187,-33.078578086875176],[-71.56359762724828,-33.0785794590817],[-71.56359089707018,-33.078578091391485],[-71.5635916507567,-33.078587057778456],[-71.5635828463686,-33.07860332252506],[-71.56357136589926,-33.078616675753345],[-71.56349600892504,-33.0786856096921],[-71.5634722502824,-33.07870476636238],[-71.56344085506153,-33.07872640774938],[-71.56334655800785,-33.078784477636574],[-71.56332303023223,-33.07880341223378],[-71.56330102599934,-33.07882977764687],[-71.56324792298965,-33.07891922744755],[-71.5632071718151,-33.07897457087195],[-71.56319318055456,-33.078998559158876],[-71.56315488088241,-33.07907347386919],[-71.56313962569226,-33.07909644822279],[-71.56312483762605,-33.07911393227239],[-71.56304587032268,-33.07919731340736],[-71.56299289577206,-33.07924285783685],[-71.5629432512762,-33.07929107136241],[-71.56289009975748,-33.07933647423342],[-71.56281052249803,-33.07941936890566],[-71.56279557902329,-33.079436727940994],[-71.5627766784697,-33.07946558087511],[-71.56274505777169,-33.07952824632635],[-71.56272802751054,-33.07955860013521],[-71.56268827975416,-33.079614748557056],[-71.56263896314339,-33.07970009378852],[-71.56261881482988,-33.07973052581981],[-71.5625959293497,-33.07975898800174],[-71.5625748584664,-33.07978030019571],[-71.56255322523772,-33.07979959738402],[-71.56250433891995,-33.079840026097656],[-71.56248006644098,-33.07985621157825],[-71.56246636892952,-33.07986231227601],[-71.5624559888964,-33.07986481352431],[-71.56245010672794,-33.07986387866113],[-71.5624517740011,-33.07987160219643],[-71.56245154582902,-33.07988930136638],[-71.56244854006609,-33.07991435297951],[-71.56244162842829,-33.07994393964649],[-71.56242958381696,-33.07997515817215],[-71.56241502571946,-33.08000055751132],[-71.56239748162197,-33.0800251153173],[-71.5623428182386,-33.08009538345258],[-71.562324897747,-33.08011476111131],[-71.56226961811936,-33.080159257299925],[-71.56222001225106,-33.08020750193673],[-71.56216465177505,-33.08025113397359],[-71.56211522736643,-33.080299525337345],[-71.56206095025865,-33.080344025195984],[-71.56201418306665,-33.08039454891723],[-71.56198123286202,-33.08042680751862],[-71.5619661214023,-33.08044403086861],[-71.56195113570674,-33.08046722314804],[-71.56191422752498,-33.08054325211197],[-71.56189936220366,-33.08056654146376],[-71.56188434416873,-33.08058383930385],[-71.56185150266028,-33.080616186654616],[-71.56180502382746,-33.08066693979334],[-71.56175126594593,-33.08071185796767],[-71.56170351959025,-33.08076239276811],[-71.56166376554567,-33.08080089337484],[-71.56164363160521,-33.080823152212545],[-71.561622125039,-33.080852771692626],[-71.56158511085603,-33.080912030193],[-71.56156771587887,-33.080936325052626],[-71.56155044037763,-33.080954009707064],[-71.56153669525548,-33.08096276359087],[-71.56152538007616,-33.08096636901654],[-71.56151813336675,-33.080965031471386],[-71.56151799861946,-33.08097025294045],[-71.5615120939931,-33.08098081781484],[-71.56150041769104,-33.080995695648774],[-71.5614404776037,-33.081063677066034],[-71.56138525636655,-33.08112255004338],[-71.56129563773888,-33.08122346709871],[-71.56126596548671,-33.08125795412884],[-71.5611672936376,-33.081387887419886],[-71.56109723043534,-33.081463741715666],[-71.56107326158691,-33.08148853320092],[-71.56097289192189,-33.08158409894078],[-71.56092116872448,-33.081630648484655],[-71.56082003189822,-33.0817256021315],[-71.56072286652382,-33.08182373880663],[-71.56066316538835,-33.081893236255276],[-71.56063164619998,-33.08192664742848],[-71.56052472871485,-33.082016977737226],[-71.56049272263961,-33.082050003486565],[-71.56043124553483,-33.08211809021802],[-71.56036423301126,-33.08218175033842],[-71.56033355284937,-33.08221585086398],[-71.5603052029173,-33.08225916201242],[-71.56028164280235,-33.08230631937012],[-71.56023844282035,-33.08240380432377],[-71.56020775637023,-33.082467306926084],[-71.56018790809402,-33.08251748921397],[-71.56015261598147,-33.08262144777137],[-71.56013291952054,-33.08267181814225],[-71.5601026777365,-33.08273583839717],[-71.56006108124727,-33.08283501791565],[-71.56003905365819,-33.082883694629636],[-71.56001303305767,-33.08292922360206],[-71.55992824826453,-33.08303858215708],[-71.55990479954066,-33.08307898604883],[-71.55988465212548,-33.08312207397895],[-71.55984732443046,-33.08321067415569],[-71.5598267494172,-33.083253406004154],[-71.55980255598998,-33.08329314518204],[-71.55978127310425,-33.083320330421365],[-71.55975831575887,-33.08334604040325],[-71.55973470533826,-33.08337103608632],[-71.55970989746335,-33.083394812424466],[-71.5596379010866,-33.08345153946417],[-71.55960413161844,-33.08348001549551],[-71.55958210223272,-33.08350293525804],[-71.55956258992644,-33.08352667844277],[-71.55954526591619,-33.08355068505781],[-71.5595314309625,-33.08357564229622],[-71.55951990288244,-33.08361605497332],[-71.55951920489147,-33.08365821383883],[-71.55952896598535,-33.08369950786049],[-71.55954954189694,-33.08373728386109],[-71.5595807547598,-33.08376982574743],[-71.55965624827796,-33.083830006566046],[-71.55968991264324,-33.0838645971958],[-71.55971252323894,-33.08390109583885],[-71.55972833897782,-33.083942097709354],[-71.55973811354644,-33.08398606057482],[-71.55974228801756,-33.08403159424531],[-71.55974099983345,-33.084077401864704],[-71.55973409178891,-33.08412223098739],[-71.5597218369718,-33.08416464175508],[-71.55968553515285,-33.08429027375901],[-71.5596693753592,-33.084342064966926],[-71.55965038766904,-33.08439181490565],[-71.5596208564524,-33.08445431803398],[-71.55960283984105,-33.08449653671109],[-71.55955810823149,-33.0846096363317],[-71.55954739851667,-33.08463891884708],[-71.55953771557623,-33.084678929111575],[-71.5595331593211,-33.0847191403198],[-71.55953317189751,-33.08475804412878],[-71.55953806142762,-33.08481310915633],[-71.55953868126517,-33.084841043580454],[-71.55953696458464,-33.08486919476324],[-71.55952897407019,-33.08492589676666],[-71.55952539158883,-33.084971861979746],[-71.55952527031627,-33.085020007635755],[-71.55952825092639,-33.08506832788327],[-71.55954327704615,-33.08517300372341],[-71.55954412864904,-33.085212311511185],[-71.55953883847033,-33.08525162981861],[-71.55952679835057,-33.085289416442464],[-71.55950799661167,-33.08532481335092],[-71.55948580103764,-33.08535983090408],[-71.55946432770908,-33.08539721706601],[-71.55944484414889,-33.0854446271402],[-71.55942966441722,-33.08549672324811],[-71.55941715807184,-33.08555183071472],[-71.55940582133294,-33.085607610271055],[-71.55939412347132,-33.08566516757079],[-71.55938058855492,-33.085720580510895],[-71.55936509171795,-33.085768442005154],[-71.55936354841229,-33.08577320482078],[-71.55934114712406,-33.08582138541294],[-71.55931591524437,-33.08585968811437],[-71.55928853279788,-33.0858958698138],[-71.55926269186041,-33.085932713082876],[-71.55923882991152,-33.08597737191231],[-71.55921941821654,-33.08602417729163],[-71.55916516266834,-33.0861701757144],[-71.55915807765568,-33.086196936320334],[-71.55915368669058,-33.08622314597581],[-71.55914862378565,-33.086273307304246],[-71.55914361837286,-33.08629884933394],[-71.55913549311114,-33.08632445382637],[-71.55912418601665,-33.0863495909142],[-71.55909762552864,-33.08640121908915],[-71.55905425217178,-33.08648127487629],[-71.5590378615111,-33.08651896387979],[-71.5589987461687,-33.08662672461093],[-71.55898478365422,-33.086653123806066],[-71.55896813517707,-33.08667015852695],[-71.5589533785519,-33.08667504548092],[-71.55893790147785,-33.086672923009026],[-71.55891558552958,-33.08665761110398],[-71.55886841229908,-33.08660194285324],[-71.5588389628291,-33.08657143642915],[-71.55881575665036,-33.08655293703098],[-71.55879056339822,-33.086535839064716],[-71.55876425533681,-33.08651993931538],[-71.55873618657745,-33.08650636977083],[-71.55869504373744,-33.08649376512297],[-71.55865138651293,-33.086487232863426],[-71.55861397976619,-33.08648641623685],[-71.55860759903273,-33.08648627774904],[-71.5584995577552,-33.08649662820788],[-71.55838353404803,-33.086503669258875],[-71.5583555434421,-33.08650692296934],[-71.55832813943604,-33.08651364339019],[-71.55830206134335,-33.086524411567055],[-71.5582704199841,-33.08654497398686],[-71.55820975046475,-33.08659678343581],[-71.55813377095802,-33.086655146928656],[-71.55810742965895,-33.08667380285643],[-71.5580795324778,-33.08669068403285],[-71.55805079357522,-33.08670602302755],[-71.5580219109422,-33.08672000574572],[-71.55799202219607,-33.08673153332025],[-71.55794932257567,-33.08674125077243],[-71.55793290316892,-33.08674249264331],[-71.55790495747873,-33.08674460532907],[-71.55786126072837,-33.08674194622012],[-71.55782997600029,-33.08673638715426],[-71.55770822463488,-33.086710033143106],[-71.55767926834002,-33.086706287960126],[-71.55764043057704,-33.08670736274334],[-71.55760337327493,-33.086716218414814],[-71.55757108243372,-33.08673359858943],[-71.55754592331756,-33.086759930766696],[-71.55752695988191,-33.086793138381196],[-71.55751269643183,-33.08683075349153],[-71.55750195258103,-33.086870554275336],[-71.55749380665804,-33.08691045514325],[-71.55748428990591,-33.0869746469267],[-71.55748403208943,-33.086999531691994],[-71.55748874914299,-33.08702364423485],[-71.55749898724228,-33.0870462981423],[-71.55752093128804,-33.08707319320529],[-71.55754922552454,-33.08709763312893],[-71.55761126138142,-33.08714569106686],[-71.5576434731709,-33.087168128933655],[-71.5576788964375,-33.0871856926644],[-71.55771892087498,-33.087195793162735],[-71.55776168247914,-33.087198563649444],[-71.55780460488171,-33.0871945550615],[-71.55783576294736,-33.08718755245072],[-71.55796206068642,-33.087150948296],[-71.55798936587779,-33.08714434533657],[-71.55799379996202,-33.087143273569254],[-71.55803788388629,-33.08713789742168],[-71.55808229659392,-33.087138688452214],[-71.55812451381901,-33.087146081689916],[-71.55815350514818,-33.08715607908037],[-71.5581807600339,-33.087168702449446],[-71.55820684261818,-33.087182852181265],[-71.5582307764323,-33.08719879019565],[-71.55825150505747,-33.087216840128875],[-71.55826932583608,-33.087236092032164],[-71.55828443729578,-33.08725567961076],[-71.55829544345465,-33.08727606724605],[-71.55830080909185,-33.0872977524353],[-71.55830030334033,-33.087319970491265],[-71.55829427205151,-33.08734195747988],[-71.55827242682044,-33.08738719738706],[-71.55825816876025,-33.0874102215014],[-71.55820054452971,-33.0874844652161],[-71.5581766044274,-33.0875127901657],[-71.558150179585,-33.08753696955294],[-71.55812789777269,-33.08755098374995],[-71.55810446791344,-33.08756162084008],[-71.55803093002767,-33.087586443722614],[-71.55800486091812,-33.08759797946267],[-71.557934706986,-33.08763837222795],[-71.55789437173145,-33.087658392485615],[-71.55783863935291,-33.08767713324899],[-71.5577752569214,-33.08769158320272],[-71.5577067504995,-33.08770323634094],[-71.55756300388437,-33.087723590756234],[-71.55749184383914,-33.08773506099856],[-71.55742407762905,-33.08774951470602],[-71.55736235797914,-33.08776897196347],[-71.55730997452,-33.08779599851744],[-71.55727467162764,-33.08782688986822],[-71.55724600189534,-33.087864287023535],[-71.55715857515693,-33.088013244774984],[-71.55712359206484,-33.08806390934954],[-71.55709466721099,-33.08809905978144],[-71.55703569550755,-33.08816219474769],[-71.5570071236916,-33.08818928515494],[-71.55691935200015,-33.08825991179578],[-71.55691140101156,-33.088268814726945],[-71.55691012091228,-33.08827295497723],[-71.55680307227314,-33.088275151168816],[-71.55672372408411,-33.088276779872906],[-71.5566971941388,-33.08829449993042],[-71.55668716983854,-33.088300649716814],[-71.55667998241798,-33.088305057903874],[-71.55666824682709,-33.088311276932004],[-71.55664905162611,-33.088319979656895],[-71.5566285448848,-33.088327862760956],[-71.55661656495217,-33.08833190366056],[-71.55661341815373,-33.08833296412388],[-71.55659128456344,-33.08833944958293],[-71.55656844040577,-33.088345037147576],[-71.55656081011576,-33.08834656800778],[-71.5565478833588,-33.08834916234156],[-71.55652688434073,-33.088352530384334],[-71.55650564008256,-33.08835527825555],[-71.55638246668407,-33.08836709763815],[-71.55635815198427,-33.08837017892627],[-71.55633470056547,-33.08837402940729],[-71.55631238910875,-33.0883789433614],[-71.55629154100765,-33.08838526775319],[-71.55627210865141,-33.08839317117253],[-71.55624601618568,-33.088404597674696],[-71.5562266637795,-33.088412105959065],[-71.55619338119823,-33.0884235264377],[-71.55617779363143,-33.08842844415219],[-71.55617567899725,-33.088431376416516],[-71.55617270647195,-33.08843464059256],[-71.55616923717834,-33.088437550277646],[-71.55616536543947,-33.08844016267195],[-71.55616120174811,-33.0884425575549],[-71.55615682874931,-33.08844479664242],[-71.55615230842682,-33.08844692584521],[-71.55614299738889,-33.08845098329736],[-71.55613350309464,-33.08845490452244],[-71.55609526899954,-33.08847038696255],[-71.55609148080399,-33.08847194115222],[-71.55606196935027,-33.08848404576748],[-71.55599554791817,-33.08851149809244],[-71.55591495825739,-33.08854491879342],[-71.55590543881033,-33.0885487692668],[-71.55589585917613,-33.08855249329754],[-71.55589102983318,-33.0885542717706],[-71.55588616006601,-33.088555966701215],[-71.5558812399932,-33.08855756002632],[-71.55587627949619,-33.088559068303816],[-71.55586627945046,-33.08856192003199],[-71.55584108080843,-33.08856862599572],[-71.55577032680169,-33.0885869977748],[-71.55576024231432,-33.088589668870114],[-71.55575020364104,-33.08859242576549],[-71.5557402637824,-33.088595368561194],[-71.55573535718432,-33.088596961885585],[-71.55573051436663,-33.08859867788913],[-71.55572576856699,-33.08860053689296],[-71.55572108744605,-33.088602517823304],[-71.55571645303748,-33.08860458756428],[-71.5557027124069,-33.08861110762443],[-71.55555749345301,-33.08868320682812],[-71.55555032938862,-33.08868665764764],[-71.5555437869584,-33.088689808919334],[-71.55553453970089,-33.088694020649896],[-71.55552985408835,-33.08869602039393],[-71.55552504450833,-33.088697951648385],[-71.5555152986858,-33.08870159815174],[-71.55550302949565,-33.08870589718702],[-71.55543930660265,-33.08875444646719],[-71.55540579764593,-33.08878396618661],[-71.55533162554954,-33.08884749202921],[-71.55530432125649,-33.08887376637355],[-71.55528758204949,-33.088889144876894],[-71.55526601619445,-33.08890714629479],[-71.55525196654342,-33.08891776515774],[-71.55521776947717,-33.08894208791103],[-71.55520412586465,-33.08895179157157],[-71.55517573910167,-33.088969994681506],[-71.55515215922378,-33.08898330644647],[-71.55512216357813,-33.088998772988276],[-71.55511817685489,-33.08900072455707],[-71.55510023390539,-33.08901485969415],[-71.55507848479405,-33.089034065293404],[-71.55502566475367,-33.089084432744],[-71.5550145292374,-33.0890980643589],[-71.55500784038179,-33.08910978429467],[-71.55500530982764,-33.08911857951386],[-71.55500672557254,-33.08912349718952],[-71.55489967693337,-33.08912569260726],[-71.55490167119332,-33.089132761294955],[-71.55489765302906,-33.08914482592995],[-71.55488675017645,-33.089159490141576],[-71.55486801670952,-33.08917430638163],[-71.55484254767457,-33.08918846181178],[-71.55474983165578,-33.089229357354384],[-71.55472279146741,-33.08924428346634],[-71.55470175112683,-33.089260296369815],[-71.5546672962441,-33.08929146718348],[-71.55460800653705,-33.08933195174397],[-71.55457300727527,-33.08936257311483],[-71.554553808481,-33.08937652003713],[-71.55453120956341,-33.089387743954994],[-71.554506095363,-33.08939694932772],[-71.55445358973297,-33.089413533446674],[-71.55442866328046,-33.089422888589255],[-71.55440631499282,-33.0894343119471],[-71.55438734347233,-33.08944844249872],[-71.55435255172138,-33.089479230911934],[-71.55429315241986,-33.08951962808142],[-71.55425759710091,-33.08954980458553],[-71.55423780901182,-33.089563278077094],[-71.55421407282707,-33.08957358903724],[-71.55418688172175,-33.08958112807944],[-71.55415714479089,-33.08958662750809],[-71.55409282721318,-33.08959374282149],[-71.55399207935744,-33.089601102737284],[-71.55395643869853,-33.08960541076011],[-71.55391945954986,-33.08961236802086],[-71.55388361766833,-33.089622266537106],[-71.55385120735122,-33.0896352575854],[-71.55382356978318,-33.08965071799156],[-71.55377821384447,-33.08967876603036],[-71.55375931957911,-33.08968702532453],[-71.55374509206165,-33.08969090434759],[-71.55373777438534,-33.08969050696222],[-71.55373253810554,-33.089679224378344],[-71.55373364662661,-33.089676171735825],[-71.55371375972285,-33.08969082682732],[-71.55367304268427,-33.08972083468504],[-71.55363267688698,-33.089750704049884],[-71.553632078609,-33.089751153365924],[-71.5536333308605,-33.08978281396321],[-71.55363314221431,-33.089790584042674],[-71.55362687466857,-33.089801472990544],[-71.55361453900309,-33.08981446250708],[-71.55357630400965,-33.08984511155696],[-71.5535521626847,-33.08986133659051],[-71.55352485300175,-33.08987633860999],[-71.55343707232714,-33.0899143768801],[-71.553407830368,-33.08992985304225],[-71.55338030688601,-33.08994912994068],[-71.5533454118288,-33.089985121049516],[-71.55331734217113,-33.09002499039931],[-71.55329160903149,-33.09006461512933],[-71.55326134478956,-33.09010269170161],[-71.55322886440383,-33.09013330302001],[-71.55315936714021,-33.090193008343974],[-71.5530976241341,-33.09026043098201],[-71.55306541144631,-33.09029333923755],[-71.55295601011946,-33.09038222044181],[-71.5528601706584,-33.090482076970794],[-71.55283344757535,-33.090504810517245],[-71.55277692917093,-33.09054779320569],[-71.55274693891516,-33.0905678873099],[-71.55269741479354,-33.09059437262525],[-71.55259274399496,-33.09064280872294],[-71.55254456465133,-33.0906703469247],[-71.55250703842863,-33.09069907349714],[-71.55243683958078,-33.09076042139465],[-71.55235930329366,-33.09081589208564],[-71.5523218498345,-33.09084467957226],[-71.55228824026646,-33.09087654298143],[-71.55225642283742,-33.09090982129215],[-71.55222326781691,-33.09094199475431],[-71.55218655007798,-33.0909712488196],[-71.5521111131537,-33.0910277647561],[-71.5520392155916,-33.09109218006997],[-71.55199479390082,-33.09112311993509],[-71.55194321712877,-33.09114864174076],[-71.55188826897948,-33.09116887117766],[-71.55183453535244,-33.091184623327244],[-71.55179710524949,-33.09119351918874],[-71.55176209880119,-33.09119874080315],[-71.55172957080475,-33.09119950169277],[-71.55170085795332,-33.09119637308932],[-71.55167708673427,-33.09119062013142],[-71.55164495219995,-33.0911794107433],[-71.55163844480403,-33.091176177526215],[-71.55161648009701,-33.091176069150215],[-71.55159632280035,-33.0911789456297],[-71.55154057784539,-33.091221944545985],[-71.551411991199,-33.0913211310511],[-71.55139225521219,-33.091336289364335],[-71.5513803004324,-33.091345277028914],[-71.55136415321518,-33.091356958282034],[-71.5511970710639,-33.091475257882585],[-71.55117261443029,-33.09149272366652],[-71.5511399948057,-33.0915163066463],[-71.55113184439111,-33.09152209345021],[-71.55112777232794,-33.091524886378835],[-71.55112370475632,-33.09152755889011],[-71.55111964437125,-33.09153005002277],[-71.5511155929693,-33.09153226946385],[-71.55111155773706,-33.09153409905391],[-71.55110754226773,-33.091535370208845],[-71.55110355464619,-33.09153585865141],[-71.55109978531524,-33.091535411602266],[-71.55109604293376,-33.091534219471185],[-71.55109232121356,-33.09153247116279],[-71.55108861386638,-33.09153030967254],[-71.55108491909562,-33.09152784864421],[-71.55108123151138,-33.09152517086472],[-71.55107754931703,-33.09152233880046],[-71.55107377459622,-33.09151931632624],[-71.55106481569787,-33.09151186475282],[-71.55103967634464,-33.091490439500106],[-71.55103781773032,-33.091488895147734],[-71.55103715028207,-33.091488442830084],[-71.5510157344457,-33.0914490738761],[-71.55101149709249,-33.09144110977013],[-71.55100843832895,-33.09143510169386],[-71.55100579368876,-33.091472157135506],[-71.55100463665867,-33.0915124344772],[-71.55100511186747,-33.09153930935897],[-71.55100654917192,-33.091549781898095],[-71.55100760648901,-33.091560460650534],[-71.55100386590415,-33.09158315854562],[-71.55099909405337,-33.091596219296676],[-71.55099167576576,-33.091608842028286],[-71.55098129483434,-33.091620012978694],[-71.55096876153948,-33.09162962226777],[-71.55093153625243,-33.09165222305871],[-71.55092287110318,-33.09166014349434],[-71.55091671225361,-33.091670089946916],[-71.55090985002315,-33.09169439914448],[-71.55090110133061,-33.09177627367668],[-71.55089793027766,-33.09178810388852],[-71.55089328868259,-33.09179842211384],[-71.55088664743768,-33.091806651104676],[-71.55087763284382,-33.091812290378755],[-71.55086688629807,-33.09181557851267],[-71.55085522436904,-33.091816802249355],[-71.55084338277696,-33.091816075232366],[-71.55083208286901,-33.09181334101622],[-71.55082206395865,-33.091808381345075],[-71.55081385874684,-33.091801051718285],[-71.55078726591948,-33.09176242723167],[-71.5507785567528,-33.09175421479407],[-71.55076760898444,-33.091747966657856],[-71.55075474780452,-33.09174344951548],[-71.55072513663781,-33.091738178261416],[-71.55067611287781,-33.09173657144702],[-71.55065928473758,-33.09173791635442],[-71.55064213410218,-33.09174154993736],[-71.55062580722188,-33.0917475692818],[-71.55061144585544,-33.09175603158522],[-71.55060010372668,-33.09176692480529],[-71.55059237013039,-33.09177988919552],[-71.55058772584037,-33.09179366865587],[-71.55058482158705,-33.09181802147042],[-71.55058614929705,-33.091828887589],[-71.55058726769957,-33.091834705981796],[-71.5505841316809,-33.09184605527096],[-71.55057618518391,-33.09186113221233],[-71.55057286770557,-33.091865394215525],[-71.55057481165984,-33.09186641098509],[-71.5505788998927,-33.09186868912087],[-71.55058268539331,-33.09187096800919],[-71.55058603610932,-33.091873246144885],[-71.55058877237768,-33.09187552428048],[-71.55059065165324,-33.09187780241605],[-71.55059136222064,-33.091880079798926],[-71.55059061302569,-33.09188241136932],[-71.5505886439186,-33.091884742939634],[-71.55058579176756,-33.09188707450992],[-71.5505823089992,-33.091889404574914],[-71.55057838425972,-33.091891734639866],[-71.55057415858464,-33.09189406470473],[-71.55056972989027,-33.09189639401693],[-71.55056456547572,-33.09189901082414],[-71.5505934292441,-33.091937454625665],[-71.55060738097879,-33.091977034090135],[-71.55060617004979,-33.09200339630654],[-71.5506642865571,-33.092108686293926],[-71.55067694471775,-33.09217434863083],[-71.55070591448735,-33.09222680651628],[-71.55072077801205,-33.09226118461976],[-71.55073946746154,-33.09225583362095],[-71.55076180586771,-33.092247737130116],[-71.55078162899107,-33.09223760033458],[-71.55079524026426,-33.09222748235295],[-71.55080741423299,-33.09221619934204],[-71.550819110298,-33.09220452271865],[-71.55083406545084,-33.09219085847085],[-71.55084920835158,-33.09217980274116],[-71.550879912768,-33.09216009433786],[-71.55089371448402,-33.09215007719606],[-71.55090900470847,-33.0921364024034],[-71.55092059297564,-33.09212525183887],[-71.55093267262127,-33.09211471690223],[-71.5509461805882,-33.09210564577741],[-71.55096383428015,-33.09209803921739],[-71.55098365560688,-33.09209292603127],[-71.55100485315266,-33.09208995324851],[-71.55102670736689,-33.09208891616123],[-71.55104852115693,-33.0920897410144],[-71.55106959293855,-33.0920924880162],[-71.55108665194581,-33.09209655959956],[-71.551099947012,-33.09210144625191],[-71.55111493540251,-33.09210961651131],[-71.55112336429484,-33.09211546498963],[-71.55114135036345,-33.09212794916778],[-71.55115487719499,-33.09213543606132],[-71.55116971377024,-33.09214016315975],[-71.55118528606569,-33.09214198521113],[-71.55120068498628,-33.09214089468969],[-71.55121494663973,-33.092136704949745],[-71.55122737573001,-33.09212933772015],[-71.55123864329862,-33.09211971569145],[-71.5512618063582,-33.09209814232405],[-71.5512767291717,-33.09208734246781],[-71.55128004844669,-33.09208517798079],[-71.5512362798311,-33.0920860750839],[-71.55123358488524,-33.092074541437896],[-71.55124000514458,-33.0920532006139],[-71.5512564568907,-33.09202523009809],[-71.55128388335464,-33.0919938367302],[-71.55132040346419,-33.09195995147803],[-71.55143005631936,-33.091863208650054],[-71.55156826931233,-33.09174571260234],[-71.55165792477095,-33.0916759294232],[-71.55168609683658,-33.09165450496308],[-71.55171553732339,-33.09163409802261],[-71.55180621686144,-33.09157476621806],[-71.55185558467619,-33.09154833011752],[-71.55190648322018,-33.09152312076026],[-71.55195563543926,-33.09149651003908],[-71.5519997651776,-33.09146587586445],[-71.55203676049594,-33.09142951884122],[-71.55210182996355,-33.09134965270113],[-71.5521375326062,-33.09131226079126],[-71.5521742665148,-33.091283030170324],[-71.55225415009974,-33.09122971299306],[-71.55231292417385,-33.09118881235992],[-71.55239469062764,-33.09113700411138],[-71.55243333794779,-33.09110930800734],[-71.5524681216139,-33.091078513391466],[-71.55253488440582,-33.09101467682655],[-71.5525622300214,-33.09099258990621],[-71.55261943473867,-33.09095043154643],[-71.5526495354872,-33.09093055202441],[-71.55269872004567,-33.09090396897057],[-71.55280223201751,-33.09085492490479],[-71.55285048412469,-33.09082759297711],[-71.55288890776434,-33.0907997169008],[-71.55296260734688,-33.090741440451694],[-71.55300303422963,-33.09071516967593],[-71.55308655509316,-33.09066476703397],[-71.55326369568067,-33.09054270551836],[-71.55334577205323,-33.0904911332108],[-71.55338497722718,-33.09046387718436],[-71.55349021126943,-33.090372163961355],[-71.55352896369249,-33.0903445345994],[-71.55360925511258,-33.090291493816665],[-71.55372127413021,-33.0902051398166],[-71.55382865514599,-33.0901149834948],[-71.55388097931636,-33.09006876507909],[-71.5539879102762,-33.08997802608858],[-71.55407105923722,-33.0899121920188],[-71.55409920345505,-33.08989055639471],[-71.55412878228242,-33.08987005496706],[-71.55418980573799,-33.08983049638015],[-71.55422163304851,-33.08981174629163],[-71.55427339128025,-33.08978681791744],[-71.55438292106619,-33.089741751595604],[-71.55443513474376,-33.08971721682371],[-71.55446744624624,-33.089698906243285],[-71.55452996180347,-33.089660821217244],[-71.55456062220244,-33.0896414787773],[-71.55461943939568,-33.08960138497149],[-71.5547096715727,-33.089545496559985],[-71.55474012715577,-33.08952832391308],[-71.55478312411852,-33.0895086931885],[-71.55482744699465,-33.08949216327655],[-71.55490200626492,-33.089467917443265],[-71.55493275559708,-33.08946038140189],[-71.55496418315731,-33.08945644140599],[-71.55499573199009,-33.089456310449094],[-71.55502681459724,-33.089459655870655],[-71.55514785629356,-33.089479676466276],[-71.55522328243808,-33.08949351800242],[-71.55525389073475,-33.089497871940665],[-71.55528470205068,-33.089498835301214],[-71.55531506331066,-33.089495864688615],[-71.5553454991308,-33.089488187156036],[-71.55537767947922,-33.08947639727651],[-71.55542342079517,-33.089456573115484],[-71.55546907407623,-33.0894322121206],[-71.55551051066534,-33.08940309753174],[-71.55554878608297,-33.089365836503674],[-71.55560509787486,-33.089298455326755],[-71.55562665384842,-33.089279042812784],[-71.55563876044349,-33.08927383688956],[-71.55564778941041,-33.089274583495865],[-71.55565288106145,-33.08928044721533],[-71.55565423661923,-33.08929054672042],[-71.55576128615668,-33.089288350554185],[-71.55580469993774,-33.08928745944355],[-71.55582944852381,-33.0892673627888],[-71.55584339666522,-33.08925521086585],[-71.55585407314238,-33.089243664053825],[-71.55587365461895,-33.08921915247436],[-71.5558880815624,-33.089203014627174],[-71.55589870953052,-33.08919347356201],[-71.55592741070386,-33.089169845554174],[-71.55593998442289,-33.08915660606976],[-71.55594946344577,-33.08914220076185],[-71.55595708565096,-33.089126307504834],[-71.55597722408298,-33.089072516368645],[-71.55598426777313,-33.08905746679633],[-71.55599290417626,-33.08904369142295],[-71.5560038303851,-33.089031754721084],[-71.55601920594948,-33.08902113737716],[-71.55603729532436,-33.08901269738937],[-71.55605715617698,-33.08900567987085],[-71.55609717881784,-33.08899375671115],[-71.5561159383359,-33.08898772889928],[-71.55613361268912,-33.08898083104687],[-71.5561476821031,-33.08897351397908],[-71.55614955149721,-33.08897254082857],[-71.5561628690213,-33.088962921464905],[-71.55617205249844,-33.08895468995006],[-71.55617482290278,-33.08895220627073],[-71.55619405942628,-33.08893376532599],[-71.5562022421802,-33.08892676360635],[-71.55621400741546,-33.08891813244137],[-71.55624607906775,-33.08889720705596],[-71.55625626057316,-33.08888940905023],[-71.55626095427054,-33.08888581448621],[-71.55626761348175,-33.0888793697095],[-71.55627085101001,-33.08887623726038],[-71.55629802684399,-33.08884518145201],[-71.55630789393908,-33.08883542509556],[-71.55632163546798,-33.08882446603335],[-71.5563510175643,-33.08880406295184],[-71.55636556218707,-33.08879234147006],[-71.55637742174544,-33.088780169913],[-71.55639942957158,-33.08875445248824],[-71.55641144992839,-33.08874240887337],[-71.55642531183156,-33.088731540868075],[-71.55645527603617,-33.08871159988111],[-71.55646954038457,-33.08870105475125],[-71.55648253361683,-33.08868930239778],[-71.55650747893397,-33.08866533933296],[-71.5565217289093,-33.088654781402745],[-71.55653838816626,-33.08864613365316],[-71.55655701293705,-33.08863905965791],[-71.55657691690878,-33.08863301225325],[-71.55663191716037,-33.08861811313234],[-71.55665435438122,-33.088610584544504],[-71.55667461139089,-33.088601311352456],[-71.55669067057322,-33.0885909332939],[-71.55671904655641,-33.08856967742455],[-71.5567338507923,-33.08856078506072],[-71.55675386885008,-33.08855254974506],[-71.5567763698513,-33.08854631116555],[-71.55680065400841,-33.08854149732105],[-71.55682612394166,-33.088537637815755],[-71.55691106773659,-33.08852682397475],[-71.556926859221,-33.08852420781983],[-71.55693381397792,-33.088523055537514],[-71.55695544002005,-33.088518388455334],[-71.556975484129,-33.08851245393746],[-71.55699341180711,-33.08850482072442],[-71.55701144638476,-33.088493462725005],[-71.55701195932278,-33.08849306985002],[-71.55703950885592,-33.08847195093645],[-71.55705209335474,-33.08846384732349],[-71.55706925027836,-33.08845559845134],[-71.55708813915382,-33.08844873593099],[-71.55710814553352,-33.08844277130306],[-71.55715178748666,-33.08843099934662],[-71.55717087129653,-33.08842521083397],[-71.55718887892473,-33.088418559049],[-71.55720526150058,-33.088410606710674],[-71.55721563883873,-33.088404022661706],[-71.55725001736467,-33.088377873114446],[-71.55726378045313,-33.08836950230731],[-71.55728449290864,-33.088360959145966],[-71.5573079892432,-33.08835464905249],[-71.55733356877091,-33.08835000830361],[-71.55736066106158,-33.08834657854465],[-71.55738880887267,-33.08834399700559],[-71.55741763760678,-33.08834196187969],[-71.55751639479585,-33.088335735327384],[-71.55752572649503,-33.08833487581777],[-71.55754230131033,-33.088333347967925],[-71.55756727537356,-33.08833021248878],[-71.55759091454026,-33.08832600676191],[-71.55761271216063,-33.088320325116605],[-71.5576320295325,-33.088312654255105],[-71.55763324405476,-33.088311937746056],[-71.55764590401205,-33.0883044716007],[-71.55765842023891,-33.088295198376386],[-71.55767389821125,-33.08828290407089],[-71.55769060957049,-33.08827159947994],[-71.55771302792671,-33.08826225776228],[-71.55774228156393,-33.08825497299803],[-71.55777635376435,-33.088249499075694],[-71.55781318828426,-33.08824555752023],[-71.55785073247324,-33.0882428660933],[-71.55787803407135,-33.08824158661181],[-71.55788073620373,-33.08823826673351],[-71.55790331446009,-33.08822160336612],[-71.55805433653072,-33.088131810792106],[-71.558165078144,-33.08806998238301],[-71.5582187812283,-33.0880383588009],[-71.55830924337405,-33.08797658376342],[-71.5583480487977,-33.08795360119252],[-71.55838719737777,-33.08793817134617],[-71.55842795124725,-33.08792764493947],[-71.5585230145639,-33.087912607213475],[-71.55855028831424,-33.08790520576122],[-71.55857680119152,-33.0878942684096],[-71.5586099301609,-33.08787423917396],[-71.55865330261943,-33.087843353860926],[-71.55867742328314,-33.08782617787102],[-71.55871641016647,-33.08780332622015],[-71.55879875783025,-33.08775778246038],[-71.55882821269009,-33.08773894462359],[-71.55893511400554,-33.08766922374416],[-71.55896948983651,-33.08764133688218],[-71.5589978774978,-33.0876098463635],[-71.55902165410674,-33.087576344774426],[-71.55905777626262,-33.08751921547387],[-71.55907066888359,-33.08749579173486],[-71.55908025211104,-33.087472164776095],[-71.55908671009962,-33.087448963054264],[-71.55909512102562,-33.08740502901507],[-71.55910162033672,-33.08738297204634],[-71.55911122153046,-33.087361277846384],[-71.55912881054373,-33.087333874836794],[-71.55914866331152,-33.08730679620834],[-71.55916671136387,-33.08727798648936],[-71.55917972974899,-33.087246057048695],[-71.55918798616476,-33.08721244995073],[-71.55919701603,-33.08713226838476],[-71.55920287574058,-33.087108603696066],[-71.55921267097045,-33.08708516479477],[-71.55922654814495,-33.08706254551903],[-71.5592614153544,-33.08701723770663],[-71.55928154839656,-33.08699451304286],[-71.55934365342371,-33.086935659049196],[-71.55937352869512,-33.08690336369744],[-71.5594019271362,-33.08686184613841],[-71.55942637478665,-33.08681640124062],[-71.55947365222174,-33.08672281839577],[-71.55950897847029,-33.08666291577921],[-71.55957425275378,-33.08653828743767],[-71.55961001827849,-33.08647840727496],[-71.55967484340434,-33.08635328944791],[-71.55970946896696,-33.08629252328679],[-71.55973026676243,-33.08625018203674],[-71.55978420071378,-33.08612939766835],[-71.55979819826254,-33.08609805187054],[-71.55981506862355,-33.08604831418687],[-71.55982859904837,-33.08599589250593],[-71.55986378605805,-33.085834366485585],[-71.55987838457972,-33.08578293141072],[-71.55989688717965,-33.08573475982938],[-71.55991268315559,-33.08570343797595],[-71.55999630463045,-33.08555370558881],[-71.56001652480919,-33.08550681114525],[-71.56003282653664,-33.08545835565983],[-71.56007602651866,-33.08530855285785],[-71.5600798497485,-33.0852808895404],[-71.56008026746511,-33.08525357018067],[-71.56007147475512,-33.085162911272],[-71.56007107230987,-33.085124791916826],[-71.5600734609302,-33.0850874989693],[-71.56007993419014,-33.08503429620344],[-71.56008081004754,-33.08500727707995],[-71.56007925596211,-33.08498010892072],[-71.56007574893923,-33.08495363696754],[-71.56007202901564,-33.08492554000367],[-71.56006994941576,-33.08488618993849],[-71.56007183767449,-33.084844846045456],[-71.56007806120277,-33.0848029060218],[-71.56009367482072,-33.08473932381796],[-71.56010374942663,-33.08468998051574],[-71.56013528837794,-33.08447186273734],[-71.56014525428772,-33.084417349955125],[-71.56015791783827,-33.084364824186224],[-71.56017921689366,-33.084294217749736],[-71.56019168281485,-33.084241877816915],[-71.56020127502546,-33.08418772015276],[-71.56022910932454,-33.08397337201906],[-71.56023752204717,-33.083925841476685],[-71.56025013978365,-33.08386568405652],[-71.56025340605802,-33.0838364118211],[-71.5602539333691,-33.08380765440507],[-71.56025036076922,-33.08375159597012],[-71.56025064733178,-33.08371235150681],[-71.56025512273854,-33.08367194489538],[-71.56026439784384,-33.08363180170182],[-71.56027460180715,-33.083602416487196],[-71.56033227095344,-33.08344529977006],[-71.56035843618274,-33.08338069444827],[-71.56037363477903,-33.08333098081878],[-71.56038568388192,-33.08327831440283],[-71.56041535523576,-33.08311370342419],[-71.56042706118222,-33.08306006140416],[-71.56044179175625,-33.08300880083404],[-71.56046721138385,-33.08294085554358],[-71.5605184189483,-33.08278322958365],[-71.56053819625761,-33.08273289615804],[-71.56056922586416,-33.082669554069184],[-71.56060807979681,-33.08258313086391],[-71.56062824877158,-33.082540534925734],[-71.56066099326199,-33.08247866043506],[-71.56068303702074,-33.08243025371116],[-71.56072487785174,-33.08233166986416],[-71.56074959320014,-33.08228543155107],[-71.56076892314843,-33.08225689868144],[-71.56083173335311,-33.08217517636074],[-71.56087748994041,-33.082123817425355],[-71.56096587787616,-33.08201861107332],[-71.56105878972768,-33.08188403536588],[-71.56118492577,-33.08171808574931],[-71.5612189440715,-33.08167822317089],[-71.56124382920149,-33.081653303781366],[-71.56126670210526,-33.08163261752891],[-71.56128637431165,-33.081616241191185],[-71.56130266436101,-33.081605059937566],[-71.56131509075635,-33.081599724096826],[-71.56132235183878,-33.08160021711076],[-71.56131958233277,-33.081546718684784],[-71.56132098100967,-33.081531514275035],[-71.56132518692183,-33.08152124602813],[-71.56132886911617,-33.08151742686015],[-71.561340009124,-33.081512815858204],[-71.56140003724624,-33.081506779253914],[-71.5614124133359,-33.08150316105463],[-71.56141710164339,-33.081500147268336],[-71.56142044786782,-33.08149606014044],[-71.56142413724868,-33.08148547651062],[-71.56142718972401,-33.08144053088164],[-71.56143029609828,-33.08142948057454],[-71.5614332946747,-33.081425114193706],[-71.56144314110853,-33.081419467479186],[-71.5614578689876,-33.081416629067895],[-71.56148919503819,-33.081415266690655],[-71.56153120295582,-33.081415592607435],[-71.56152826097326,-33.08140642177584],[-71.56152986536435,-33.081388418069785],[-71.56153665662791,-33.08136380870847],[-71.56154973969171,-33.08133519951761],[-71.56156989070016,-33.08130493363452],[-71.5615957720618,-33.081273650096264],[-71.5616254811449,-33.08124154083928],[-71.5616591715613,-33.08121044996875],[-71.56169726911251,-33.081182433852916],[-71.56173774450427,-33.08115758507641],[-71.56181418574504,-33.0811149176943],[-71.56193846317304,-33.081037970933124],[-71.56196740868812,-33.08101716786775],[-71.56199237736143,-33.080993179378666],[-71.56201446603596,-33.08096059356113],[-71.56203137412624,-33.080923853586825],[-71.56207211002943,-33.08080562785689],[-71.56208856986038,-33.08076852877993],[-71.56210960481107,-33.08073509759657],[-71.56213278314203,-33.08070967363042],[-71.56218537590865,-33.08066382060026],[-71.56221044968486,-33.0806399163173],[-71.56223247008742,-33.08061356123191],[-71.56229254402373,-33.08052969971008],[-71.56233827905149,-33.08047835035172],[-71.56240411208708,-33.080399105783194],[-71.56242546234643,-33.080372216206115],[-71.56244404220146,-33.08034310463927],[-71.56249305428335,-33.08025037524739],[-71.56252841017631,-33.08019070306611],[-71.56254579976358,-33.080151835624726],[-71.56257414610236,-33.08006894314822],[-71.56259179081118,-33.080025662534936],[-71.56261761647727,-33.07998168790457],[-71.56264557204894,-33.07994680219194],[-71.56267668969036,-33.079913191551874],[-71.5627084478306,-33.07988055113925],[-71.56274076472296,-33.079850534654696],[-71.56277328553286,-33.07982457450458],[-71.56282952456122,-33.0797841420203],[-71.56285100777126,-33.07977131435993],[-71.56286721158234,-33.07976501494076],[-71.56287564047466,-33.079764959993014],[-71.56287442146082,-33.07975929661234],[-71.56287756017441,-33.07974857051151],[-71.56288544558598,-33.079734314956994],[-71.56289846397108,-33.079718062462845],[-71.56293495713119,-33.07968049173104],[-71.56297510553618,-33.07963607433474],[-71.56299631476003,-33.07961416370134],[-71.56301874569267,-33.079594456245275],[-71.56306027031668,-33.07956091998892],[-71.56310953213024,-33.079512399505255],[-71.5631643895497,-33.07946836364873],[-71.5632109869601,-33.079417706918235],[-71.56324411143788,-33.079385585693025],[-71.56325912947281,-33.07936828837],[-71.56327145525682,-33.07934883226474],[-71.56328171042412,-33.07932771567148],[-71.56330961209684,-33.079262069333836],[-71.56332098746329,-33.0792418507066],[-71.56336245010353,-33.079187076501924],[-71.56337588171365,-33.079162639648935],[-71.5634096844195,-33.0790841210173],[-71.56342411585453,-33.07906048577693],[-71.56343908538042,-33.07904314849609],[-71.5634721622475,-33.07901099025108],[-71.56351867970785,-33.07896026777091],[-71.56357357036497,-33.078916260241144],[-71.56361187183376,-33.07888014115663],[-71.56363456327782,-33.07886064203855],[-71.56375526990256,-33.07877507017743],[-71.56377423064325,-33.07876358070127],[-71.56379096266375,-33.0787564178431],[-71.5638035902817,-33.07875329858229],[-71.56381020008556,-33.07875391129424],[-71.56380740991825,-33.07874288398384],[-71.56381200300433,-33.07871990727976],[-71.56382494323597,-33.078688448191535],[-71.56384079670411,-33.078661379697316],[-71.56388513125835,-33.078600414772794],[-71.56391256940036,-33.078567817530725],[-71.56394370051655,-33.07853536705689],[-71.56401241624589,-33.078471448372554],[-71.56404888335484,-33.078441210107414],[-71.56410637104146,-33.0784011217332],[-71.5642121665308,-33.078337122410204],[-71.56425467121677,-33.078304744112486],[-71.56428945488288,-33.078266813728824],[-71.56434849845157,-33.07818577041991],[-71.56438018831984,-33.07814959533395],[-71.56440413830363,-33.07812917999037],[-71.56442955703291,-33.0781114149794],[-71.56445561446435,-33.0780959803953],[-71.56448311728508,-33.07808393155717],[-71.5645232135878,-33.07807492898819],[-71.56456546135561,-33.0780738977574],[-71.564607431544,-33.07808063989889],[-71.56463767692131,-33.078090599931016],[-71.56469827816868,-33.07811762419023],[-71.56472885592265,-33.07813355707296],[-71.56477402411343,-33.078160504541295],[-71.56488348922069,-33.07822581147075],[-71.56491590582606,-33.078244259177275],[-71.56496173697353,-33.0782665788797],[-71.56512430958207,-33.078337364786385],[-71.56517094741666,-33.078353680011475],[-71.5652176508283,-33.078366891013445],[-71.56526224679226,-33.078377816753665],[-71.5652933123314,-33.07838456639911],[-71.56532308699151,-33.07838861603552],[-71.56535232984896,-33.07838842559724],[-71.56538028991217,-33.078383636789205],[-71.56540617396877,-33.078374382842206],[-71.56543067192489,-33.07836190649682],[-71.56545441439785,-33.078347335327514],[-71.56547642761389,-33.0783304668513],[-71.56549566773063,-33.07831100750562],[-71.56551254797316,-33.078289812380184],[-71.56552738544669,-33.0782676582824],[-71.56553380570602,-33.07825444425463],[-71.56553886861096,-33.078244025080814],[-71.56554557633119,-33.07821832565109],[-71.565547493336,-33.078191136576656],[-71.56554521880172,-33.07816295615831],[-71.56550821000863,-33.077900010245195],[-71.56549770960127,-33.0778370485657],[-71.56548485470957,-33.07777511506454],[-71.56546854040569,-33.07771566928015],[-71.56544733747003,-33.077660349150946],[-71.56541943310235,-33.07761108241906],[-71.56539728603735,-33.077583348935],[-71.56537293001504,-33.07755784201054],[-71.56534743492897,-33.07753372461424],[-71.56533366106072,-33.07752242391064],[-71.56532035701136,-33.07751150784961],[-71.56527614462803,-33.077482627176295],[-71.56523090097875,-33.07745673482563],[-71.5651891104534,-33.07743068815798],[-71.56515555927587,-33.07740135506802],[-71.56513609278365,-33.07737063769924],[-71.56512639547016,-33.07733688004531],[-71.56512602536428,-33.07730211221503],[-71.56513150149425,-33.07727625293137],[-71.56515397015613,-33.077212912181935],[-71.56517081087274,-33.077175027244046],[-71.5651918790611,-33.07713808094571],[-71.56521097365079,-33.077111797826014],[-71.56525296090717,-33.077060073870044],[-71.5652751852273,-33.077034415494715],[-71.56537075519374,-33.07693438712729],[-71.56541992807409,-33.076884724051034],[-71.56548218042497,-33.07681569310381],[-71.56551583940033,-33.076783229187086],[-71.56555392976502,-33.07675436182389],[-71.56563577616886,-33.0767013331681],[-71.56569521230132,-33.07666015328757],[-71.56578728871963,-33.07660095515252],[-71.56581846744652,-33.07658166780078],[-71.56590881820115,-33.076534947724674],[-71.56595834052615,-33.07650723723618],[-71.56599599969948,-33.07648273565607],[-71.56608600819601,-33.07641974887459],[-71.56613558711486,-33.076381460880455],[-71.5661791176769,-33.076340793464794],[-71.56621814049284,-33.07629306609674],[-71.56627180854285,-33.07621067657729],[-71.56629029407478,-33.076186068025635],[-71.56629974524988,-33.076178359221494],[-71.5663057468943,-33.07617789854497],[-71.5662990122246,-33.07604873062237],[-71.56629907780162,-33.07599102476136],[-71.56630281209824,-33.07596101297146],[-71.56630646105494,-33.07594743577587],[-71.56631182759044,-33.07593523609513],[-71.56631944710068,-33.0759248437453],[-71.566328423067,-33.07591736977367],[-71.56637211263084,-33.075893721638565],[-71.56638166531557,-33.07588671060059],[-71.56639101048947,-33.07587659977054],[-71.56641398939445,-33.075842214508924],[-71.56642340104369,-33.07583215787122],[-71.56643302739026,-33.07582520704773],[-71.56647757843848,-33.075802246894625],[-71.56648720748,-33.075795298327016],[-71.56649659128145,-33.075785219854396],[-71.56651915067319,-33.075750498080936],[-71.56652830989582,-33.075740238944825],[-71.56653776286755,-33.0757331481038],[-71.56658237859445,-33.07571024137147],[-71.56659212711192,-33.07570338764227],[-71.56662940899284,-33.07566156369858],[-71.56664077807108,-33.07565122175026],[-71.56665356379251,-33.07564262616687],[-71.56666761254526,-33.0756362662325],[-71.56668189665658,-33.07563192967385],[-71.56670643413857,-33.075627967981525],[-71.56671816523786,-33.0756284090896],[-71.5667171681079,-33.075621737518105],[-71.56672304847974,-33.07561046517319],[-71.56673576323428,-33.07559582655389],[-71.566777999324,-33.07555868613689],[-71.56680625044136,-33.07553776811115],[-71.56685125873203,-33.075510341093484],[-71.5669021482929,-33.07548432395932],[-71.56699398036943,-33.07544271444402],[-71.56703205097118,-33.075428077302305],[-71.56706949095559,-33.07541746509075],[-71.56710496991774,-33.075411168370756],[-71.56713709726554,-33.07540875055059],[-71.56719375760377,-33.075407319580414],[-71.56722115262669,-33.07540433870614],[-71.56730031576278,-33.075390818633316],[-71.56737759603006,-33.07538282221047],[-71.5674032061005,-33.075376319988266],[-71.56742834096212,-33.07536602091296],[-71.56745216967337,-33.07535187379643],[-71.56747543154763,-33.07533498442167],[-71.56749882367764,-33.07531634490737],[-71.56752145762954,-33.07529559543935],[-71.56754915089311,-33.07526410426388],[-71.56760337859356,-33.075195840600486],[-71.56762600805388,-33.07517107368782],[-71.56769621049501,-33.07509673978707],[-71.56779640409022,-33.07500073341533],[-71.56790167496342,-33.074908096249175],[-71.56801367152316,-33.07482089083716],[-71.56807479109847,-33.074781476783876],[-71.5681062204553,-33.07476249239208],[-71.56813905747221,-33.07474464992053],[-71.56818663404628,-33.07472392365298],[-71.5682373520289,-33.07470574017694],[-71.56834080471198,-33.07467105410953],[-71.56838979882757,-33.074651548789184],[-71.56843426633245,-33.07462842724071],[-71.56847281483792,-33.074600577645114],[-71.56854168956907,-33.07453831592313],[-71.56864774197658,-33.07444718076754],[-71.5687347707613,-33.07438228805908],[-71.56876987512598,-33.07435935914509],[-71.56882401029992,-33.07432949283305],[-71.56903153730023,-33.07422662349945],[-71.56918203565304,-33.07416022285662],[-71.56922647890342,-33.07413946558835],[-71.56923950088178,-33.074134608048126],[-71.56924499138479,-33.07413368592093],[-71.56924548994978,-33.07412642633288],[-71.5692522623487,-33.07411001698192],[-71.5693280163783,-33.07398749363078],[-71.56935362285547,-33.07394960805663],[-71.56938371641749,-33.073914821574206],[-71.56941916753186,-33.07388609704674],[-71.56945724621845,-33.073863521047514],[-71.5695294312414,-33.07382983958202],[-71.56959790442563,-33.07379531425987],[-71.5696362121826,-33.0737811872153],[-71.56976077527484,-33.073746036330284],[-71.56980048979356,-33.07373275462769],[-71.56983677544284,-33.07371672685284],[-71.56986877433155,-33.07369734326812],[-71.56995846482448,-33.073636039171916],[-71.57001095608148,-33.07359368881788],[-71.57003773935166,-33.073575756530644],[-71.57008680353587,-33.07354653281131],[-71.57010855534214,-33.07353769086907],[-71.57013014185841,-33.07353677927426],[-71.57014920051549,-33.07354476382071],[-71.57016305792706,-33.073561809360875],[-71.57017200245234,-33.07358575998021],[-71.5701768066425,-33.073614193287085],[-71.57017795109616,-33.07364500982643],[-71.57017563703599,-33.0736762930667],[-71.570169830326,-33.07370618594711],[-71.57015377743187,-33.07375970043306],[-71.57015209398902,-33.07378647460093],[-71.57015743896497,-33.073812572782465],[-71.57016413949867,-33.07382560305135],[-71.57016985637713,-33.07383672055653],[-71.57018703575862,-33.07386248148703],[-71.57025371770216,-33.073970086096345],[-71.57027609024433,-33.07401114980587],[-71.57029337113543,-33.07405473899799],[-71.57030562685087,-33.07409805567042],[-71.57031361646699,-33.074137709406564],[-71.57031800473716,-33.07417037152177],[-71.57031935041346,-33.07419276527521],[-71.57031791221068,-33.07420172533435],[-71.5703887946765,-33.07420026423427],[-71.57039555000745,-33.07418623059652],[-71.57040033802791,-33.07417521174662],[-71.57040656604777,-33.07415671576312],[-71.57041120225294,-33.07413746777161],[-71.5704146562752,-33.07411768004908],[-71.57041738176378,-33.074096694685345],[-71.57042364032635,-33.07403348337922],[-71.57042617177883,-33.07401302643147],[-71.57042943356163,-33.07399356688348],[-71.57043383710315,-33.073975070861785],[-71.57043981359473,-33.073957867322456],[-71.57044787687273,-33.07394235823928],[-71.57045651686914,-33.073930785328464],[-71.5704846503072,-33.07390018417824],[-71.57049214584993,-33.0738900249433],[-71.57049961534153,-33.07387600856952],[-71.57050533671156,-33.07386058905028],[-71.57050970971036,-33.0738440832965],[-71.57051307839268,-33.07382677208692],[-71.57051622069955,-33.073805368872144],[-71.57052432709666,-33.07374007597453],[-71.57052773979645,-33.073720828644646],[-71.57053225922063,-33.073702464298705],[-71.570538346205,-33.07368535329562],[-71.57054653075555,-33.07366992245155],[-71.57055530999082,-33.07365844284727],[-71.5705842195733,-33.0736283662769],[-71.57059213912085,-33.0736185066096],[-71.57060201430076,-33.07360162066585],[-71.57060978203302,-33.07358304100521],[-71.57062923505049,-33.07352303910789],[-71.57063718334413,-33.07350401530093],[-71.57064737203608,-33.073486786075534],[-71.57065871685981,-33.07347347271777],[-71.5706838256703,-33.073448789629644],[-71.5706942748737,-33.07343637657053],[-71.57070172550065,-33.07342441065091],[-71.57070790051992,-33.07341142624115],[-71.57071316195255,-33.073397704874274],[-71.57072724573956,-33.07335279576206],[-71.570733230316,-33.073335590595505],[-71.57074036114273,-33.073319302292],[-71.5707492706337,-33.07330444197885],[-71.57075875324985,-33.073292982651495],[-71.57078840394243,-33.07326321609511],[-71.57079598482511,-33.07325387127776],[-71.57080594265004,-33.07323701010529],[-71.57081376697616,-33.07321843940083],[-71.5708336700496,-33.07315877449371],[-71.57084203246657,-33.07314008784687],[-71.57085288681016,-33.07312338774441],[-71.57086250147864,-33.073113155401494],[-71.57087329294016,-33.07310386702563],[-71.57089548312429,-33.07308656545636],[-71.57090576883431,-33.07307765948278],[-71.57091707233552,-33.07306584783139],[-71.57093911160271,-33.07303940691969],[-71.57095158201547,-33.073026158984895],[-71.5709923439698,-33.072992164800624],[-71.57100374987897,-33.07297958004628],[-71.57101269620088,-33.072964610524515],[-71.5710192494109,-33.07294771316379],[-71.57102394310824,-33.07292930800706],[-71.57102719950115,-33.072909740573664],[-71.57102935186455,-33.07288928110633],[-71.57103080713533,-33.07286482217914],[-71.57103148536338,-33.072814217350796],[-71.571030276231,-33.07276256689772],[-71.57102758038683,-33.07271102782414],[-71.57102551785493,-33.072685693376705],[-71.57102273846745,-33.07266094006002],[-71.57101871311664,-33.07263684164606],[-71.57101156432361,-33.072611786454885],[-71.57100074591266,-33.072587025589726],[-71.57098654893792,-33.072564950602214],[-71.57091288438966,-33.07256647044554],[-71.57080585641177,-33.0725686783209],[-71.57080672328601,-33.07257470123593],[-71.57080129656337,-33.07258564952588],[-71.57078951426013,-33.07260044070563],[-71.57075031896764,-33.07264018319083],[-71.5707240737883,-33.072664006843006],[-71.57069326965889,-33.072688989000675],[-71.5706220063074,-33.0727415270114],[-71.5705825334355,-33.072767811436776],[-71.57051820777295,-33.07280410240381],[-71.57038884408384,-33.07286683056355],[-71.57033540061265,-33.07289560058982],[-71.57030548132379,-33.07291562043953],[-71.57024938961914,-33.072958662160104],[-71.57022289291152,-33.07298142583043],[-71.5701591161196,-33.07304764368798],[-71.57012605362556,-33.073079811640625],[-71.57008937361587,-33.07310907992816],[-71.57001315964885,-33.073165325809505],[-71.56994273532385,-33.0732262154604],[-71.56990490816555,-33.073254563821045],[-71.56985655904032,-33.073281810878576],[-71.56975066114306,-33.07332892938882],[-71.56969901699738,-33.073353534975894],[-71.5695709136446,-33.07342685637779],[-71.56950803247304,-33.07346445688],[-71.56937433171771,-33.07353329022219],[-71.56931142629163,-33.07357087185986],[-71.56918309117351,-33.07364400865417],[-71.56913128982266,-33.07366848768929],[-71.56902484754632,-33.07371516939136],[-71.5689758642105,-33.07374190894583],[-71.5689370372273,-33.07376945469815],[-71.56886291543657,-33.0738273810694],[-71.56882234392508,-33.07385352967367],[-71.56873837929379,-33.07390356180747],[-71.56867871948081,-33.07394374482054],[-71.568556989675,-33.074022176203904],[-71.56842643661643,-33.0740935361159],[-71.56824250386707,-33.07421011254505],[-71.56815614073396,-33.074258223443145],[-71.56811400884884,-33.074283121592245],[-71.56808434468151,-33.07430334512298],[-71.56799800759957,-33.07436614598381],[-71.56788919916076,-33.074454936394105],[-71.56773045247702,-33.074591706451464],[-71.56762198000814,-33.0746807668722],[-71.56750697319389,-33.07476459031061],[-71.56738093866122,-33.07483957185773],[-71.56729371404377,-33.07490166173943],[-71.5672651871436,-33.07492279670844],[-71.56715570317171,-33.07501104834112],[-71.56710261543338,-33.07505650009171],[-71.56699387706317,-33.075145348519676],[-71.56696379877252,-33.075167819557976],[-71.56689388648722,-33.07521731649351],[-71.5668551637086,-33.07524317036043],[-71.56668792525045,-33.075340127186564],[-71.56653460978092,-33.07543638535781],[-71.56651705580195,-33.07544654893064],[-71.56650471923814,-33.07545195816098],[-71.56649886491743,-33.07545259423105],[-71.56650006596497,-33.07545902719502]]]],"type":"MultiPolygon"},"original_area_ha":14.07935374,"original_record":{"altura":" ","cobertura":"No Aplica","coor_este":0,"coor_norte":0,"esp_c1":" ","esp_c2":" ","especi1_ci":" ","especi1_co":" ","especi2_ci":" ","especi2_co":" ","especi3_ci":" ","especi3_co":" ","especi4_ci":" ","especi4_co":" ","especi5_ci":" ","especi5_co":" ","especi6_ci":" ","especi6_co":" ","estructura":"No Aplica","nom_com":"Valparaíso","nom_prov":"Valparaíso","nom_reg":"Región de Valparaíso","nom_snaspe":" ","objectid":10002,"subtipofor":" ","subuso":"Ciudades, Pueblos, Zonas Industriales","superf_ha":14.07935374,"tipo_fores":" ","tipo_poli":"04","tipo_snasp":" ","uso":"Áreas Urbanas e Industriales","uso_tierra":"Ciudades, Pueblos, Zonas Industriales"},"provider_id":"10002","repaired":false,"source_year":2019}],"run_id":"b80f9b83-cad7-53b8-a8b8-34a2a17e614c","schema_version":"aerial-dataset-1","source_id":"S2"}}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154,"dictionary":"Metadata/m3_elevacion.md","extract":["python","-m","Metadata.m3_elevacion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33279328,"fetched_at_utc":"2026-10-17T22:55:25.070736+00:00","file":"S3_41d64133c16b5704.tif","http_status":200,"product":"Copernicus GLO-30, celda S34 W072","reuse":{"explicit":true,"manifest_sha256":"c4c391e106725ca99e8d1f1196c20d3a1877df67adfb7298cef38cbf84bbb466"},"sha256":"41d64133c16b5704183212363bf0d2e735f36d1003491e5c28c3a52bd00dbc89","url":"https://copernicus-dem-30m.s3.amazonaws.com/Copernicus_DSM_COG_10_S34_00_W072_00_DEM/Copernicus_DSM_COG_10_S34_00_W072_00_DEM.tif"}},"load":["python","-m","Metadata.m3_elevacion","--load","{output}"],"original_packet_sha256":"1562191b56f8bb19ed227e185ebbe5c450b434594724ccc4245078d5fe91ebe9","output":"metadata/elevacion.json","sample":{"dataset_key":"M3","observed_at":"2026-10-19T03:07:09.118728+00:00","records":[{"elevation_m":304.35589599609375,"node_id":"1067728027539254333","quality":"valid"}],"run_id":"b80f9b83-cad7-53b8-a8b8-34a2a17e614c","schema_version":"aerial-dataset-1","source_id":"S3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48,"dictionary":"Metadata/m4_clima.md","extract":["python","-m","Metadata.m4_clim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},"load":["python","-m","Metadata.m4_clima","--load","{output}"],"original_packet_sha256":"81035b9fe227c1e608a3abb777abac9d2be4d608b686869a68c74ef6b6747746","output":"metadata/clima.json","sample":{"dataset_key":"M4","observed_at":"2026-10-19T03:07:09.118728+00:00","records":[{"cell":[-71.5,-33],"precipitation_mm":0,"relative_humidity_pct":83,"temperature_c":13.8,"valid_at":"2026-10-19T00:00:00+00:00","wind_direction_deg":333,"wind_gust_ms":4.3,"wind_speed_ms":1.12}],"run_id":"b80f9b83-cad7-53b8-a8b8-34a2a17e614c","schema_version":"aerial-dataset-1","source_id":"S4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16,"dictionary":"Amenazas/a1_meteorologia.md","extract":["python","-m","Amenazas.a1_meteorologi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},"load":["python","-m","Amenazas.a1_meteorologia","--load","{output}"],"original_packet_sha256":"a3dfe621d3fe83b37707cacdbbd5807c0c81f213d596092afd856e090009bfa4","output":"amenazas/meteorologia.json","sample":{"dataset_key":"A1","observed_at":"2026-10-19T03:07:09.118728+00:00","records":[{"geometry":{"coordinates":[[[-71.67326567344257,-33.07088546572489],[-71.67332968843017,-33.068405056386794],[-71.67326562935459,-33.06713476556225],[-71.67273955177681,-33.0629948382524],[-71.672562097656,-33.06204054161648],[-71.6722752118895,-33.06110531292488],[-71.67191572659641,-33.060276648204756],[-71.67194193418855,-33.06008801732781],[-71.67195271862846,-33.059018015737266],[-71.67182650594278,-33.057953266677686],[-71.67098506106007,-33.053372479272774],[-71.6709703670996,-33.05331336040417],[-71.67210479344041,-33.05042166465232],[-71.67241712682957,-33.04946821835489],[-71.67261510361975,-33.048493308814706],[-71.67269675742124,-33.04750663818232],[-71.67266127956933,-33.046518025323884],[-71.67250902701652,-33.045537308107775],[-71.6722415186255,-33.04457424551501],[-71.67186141990649,-33.04363842054728],[-71.67137251635634,-33.042739144897574],[-71.67080638186445,-33.04192382765634],[-71.67080633707766,-33.041583438053514],[-71.67074723248903,-33.04059223354776],[-71.67053678736231,-33.038830052512395],[-71.67037270624827,-33.037900799438454],[-71.67010494479271,-33.036988797808334],[-71.66973590997877,-33.03610223526834],[-71.66926891769678,-33.03524907085546],[-71.66870816288301,-33.03443696357285],[-71.66805868178282,-33.033673203665124],[-71.66732630667946,-33.03296464720906],[-71.66651761349686,-33.03231765460527],[-71.6656398627482,-33.03173803352138],[-71.66470093436047,-33.03123098679719],[-71.66370925696009,-33.03080106577788],[-71.66118687384498,-33.029831921348176],[-71.66012323560979,-33.02947479516694],[-71.65902344268333,-33.0292064057722],[-71.65789789976235,-33.029029292413206],[-71.65675725494914,-33.0289451308271],[-71.65561229911397,-33.02895471739463],[-71.65447386391207,-33.02905796160673],[-71.65335271941515,-33.029253886913],[-71.64849725833778,-33.03031214204034],[-71.64438376637554,-33.03095365138735],[-71.64431360625721,-33.03096477726296],[-71.63884853691536,-33.031845754007186],[-71.63777448155626,-33.032063319203765],[-71.6367293622955,-33.032364731271535],[-71.63572238175846,-33.03274733642749],[-71.6347624071012,-33.03320776592974],[-71.62848994512143,-33.03655359092835],[-71.6168804707721,-33.04105048887594],[-71.6011369072201,-33.04296226521945],[-71.6009467274313,-33.04291616802324],[-71.59973598657402,-33.04266932078033],[-71.59924868700567,-33.04251222680528],[-71.59867840517302,-33.04223645873142],[-71.59775439336534,-33.04183425483182],[-71.59628300206177,-33.041261651639886],[-71.59518830432535,-33.0408905013522],[-71.59405499622324,-33.040613512410516],[-71.59289446209779,-33.04043346736503],[-71.59171835955226,-33.0403521749574],[-71.59053850246349,-33.040370451962275],[-71.58901459940834,-33.0404585348747],[-71.587943877744,-33.040562062300225],[-71.58688887999755,-33.0407476228731],[-71.58585844596253,-33.0410136619516],[-71.58486120984627,-33.04135795054931],[-71.58390552798255,-33.041777603989665],[-71.58299940886073,-33.04226910605098],[-71.581895812445,-33.04292979867723],[-71.58083272857253,-33.04364770339161],[-71.57987524133884,-33.044464251253714],[-71.5787715685098,-33.045521372366544],[-71.57874752686543,-33.045544471641136],[-71.57868012532701,-33.04560943385589],[-71.57823230187876,-33.04586746766386],[-71.57737448496042,-33.04641171755528],[-71.57657911654265,-33.04701953507531],[-71.57585281551,-33.047685863262],[-71.5752016265193,-33.04840515820633],[-71.57463096968213,-33.04917143514727],[-71.57414559542727,-33.04997831823816],[-71.57346225910344,-33.051255667174594],[-71.57303065276457,-33.05218459383423],[-71.57271205298495,-33.0531453394591],[-71.57250968786168,-33.05412818106471],[-71.57246965557569,-33.05460192766922],[-71.57221845647693,-33.05493318849071],[-71.57166373344742,-33.05586963214036],[-71.57122929315267,-33.05685009342793],[-71.57070358312326,-33.058259507028176],[-71.5704281899073,-33.05913619560167],[-71.57024906330194,-33.06003040473442],[-71.5701881848067,-33.06070703125054],[-71.56998430897805,-33.060802034547116],[-71.5690843952887,-33.06131816767027],[-71.56629911048715,-33.06307962962329],[-71.56602276627488,-33.06325985043418],[-71.56163459541189,-33.06621022822707],[-71.56136431474144,-33.066397546034715],[-71.55815855923477,-33.06868732959325],[-71.55717216496822,-33.069478888719196],[-71.55630095675271,-33.0703610830178],[-71.55383074629539,-33.07317926036381],[-71.55356900896207,-33.07349018824339],[-71.55125643018931,-33.07635231855234],[-71.5506154442851,-33.07724278287678],[-71.55008889626136,-33.0781849265155],[-71.54968259567248,-33.079168361429886],[-71.54912700870268,-33.08078154825452],[-71.54830720251907,-33.08115285916254],[-71.54747540166127,-33.08160956823909],[-71.54669224950202,-33.08212364034618],[-71.54075371775095,-33.08637214358739],[-71.53989408403316,-33.087052352210144],[-71.53911958223772,-33.087801535594096],[-71.53843798334599,-33.08861217914636],[-71.5378561270501,-33.08947615155827],[-71.5369099993792,-33.09106109721453],[-71.53645615508141,-33.09192073627196],[-71.5361011248609,-33.09281270913477],[-71.53584810711487,-33.09372898797631],[-71.53569938234284,-33.094661325952075],[-71.53554151422185,-33.09620228320655],[-71.53549850255423,-33.09714951950452],[-71.5355631527149,-33.0980958840785],[-71.53577315239843,-33.09976892820089],[-71.53601208568898,-33.10096564193941],[-71.53640214635539,-33.10238227855506],[-71.53634828393726,-33.10346225170426],[-71.53636293282256,-33.10452389070745],[-71.53651237342868,-33.105578124949666],[-71.53679489700143,-33.106612866435874],[-71.5373202637825,-33.108153737861265],[-71.53777463642302,-33.10924277798087],[-71.53837632261369,-33.11027999749195],[-71.53911200189549,-33.111380627582946],[-71.53972460149788,-33.11220060537851],[-71.54042935580567,-33.11296636588938],[-71.54121954055037,-33.113670600458335],[-71.54208761554132,-33.114306587516026],[-71.54302529661639,-33.11486825677902],[-71.54402363471938,-33.11535024723125],[-71.5460734119683,-33.116230769833905],[-71.54697558512309,-33.11657880878578],[-71.54902538637349,-33.11728322053771],[-71.55017619971231,-33.1176213642609],[-71.55136237556044,-33.11785763560303],[-71.55257121500307,-33.1179895052752],[-71.55378977629961,-33.11801556170062],[-71.55500501357477,-33.11793552613286],[-71.55620391662778,-33.11775025563419],[-71.55737365035566,-33.11746173388176],[-71.56021182879739,-33.11662521963405],[-71.56081039236767,-33.116419056181506],[-71.56128078632534,-33.116549843319284],[-71.56232677642545,-33.116754026135],[-71.56339051475422,-33.11687721913371],[-71.56446316404244,-33.11691839900233],[-71.56623794118806,-33.11691839014517],[-71.56874858352103,-33.11696043605172],[-71.56995151884878,-33.11692882833153],[-71.57114434343549,-33.11679410913459],[-71.57282625297917,-33.11652993857849],[-71.57305683341525,-33.11649171399706],[-71.57431826358481,-33.11627157215979],[-71.5754872915176,-33.11601429254633],[-71.5766188495801,-33.115657598302946],[-71.57770103348301,-33.11520524230615],[-71.57872245890681,-33.11466198377791],[-71.57967238133712,-33.11403353816559],[-71.58054080913818,-33.11332651695827],[-71.58122399927004,-33.112710155725466],[-71.58190549566069,-33.11203754700964],[-71.58251309320367,-33.11131653020162],[-71.58304196403847,-33.11055283671089],[-71.58348790643636,-33.109752537015936],[-71.58411841878565,-33.10847582286696],[-71.58435316652995,-33.10792611523744],[-71.58446618046756,-33.107896360328226],[-71.5855576577247,-33.10750364913488],[-71.5865966275967,-33.107020485714244],[-71.58757254054171,-33.10645177665467],[-71.58847548792085,-33.1058032971156],[-71.58876728459617,-33.10554674971694],[-71.58949247211034,-33.10542923148313],[-71.59041156534536,-33.10521412927651],[-71.5924545331798,-33.104660053388145],[-71.59302714649155,-33.10540028936828],[-71.59373523206837,-33.106147088116785],[-71.5945254477891,-33.10683305483354],[-71.59539045594019,-33.1074518184383],[-71.59632222363847,-33.107997631923084],[-71.59667698742206,-33.108184758096485],[-71.5977587282543,-33.10869076537535],[-71.59889758379195,-33.10909846638614],[-71.60008098311056,-33.1094033608316],[-71.6012958631575,-33.1096020832467],[-71.60252881308003,-33.10969244017619],[-71.60290987390158,-33.109703445722616],[-71.60399771540588,-33.10968592938469],[-71.60453262251156,-33.11011561463099],[-71.60542169151975,-33.11070365762643],[-71.60615748915181,-33.1111439378623],[-71.6071194343813,-33.11166234495681],[-71.6081365222081,-33.11209990999918],[-71.60919918951299,-33.11245251867698],[-71.61029744422305,-33.11271685550303],[-71.6111909606143,-33.112892966169],[-71.61155948831988,-33.1129495264989],[-71.61158925200489,-33.11305813240149],[-71.6119453950847,-33.1139560017465],[-71.61240166604536,-33.1148211967681],[-71.6125855803615,-33.11512935598128],[-71.61318914434966,-33.116022108258456],[-71.61389923469255,-33.11685751940622],[-71.61420141222737,-33.117176688537846],[-71.61488882399043,-33.117840049623595],[-71.61564344614429,-33.11844949216683],[-71.6164593318639,-33.11900021251319],[-71.61668782438818,-33.119128183784966],[-71.61722392436,-33.1195077016624],[-71.618108569929,-33.120025665176264],[-71.6190457663149,-33.12047343598588],[-71.61963704844774,-33.120726572343486],[-71.6207383304367,-33.1211397846528],[-71.62188404081323,-33.121456111081756],[-71.62306217730232,-33.121672237955956],[-71.62426039764328,-33.12178590129582],[-71.62546614901258,-33.12179591054933],[-71.62666679966132,-33.12170216106818],[-71.62784977138175,-33.12150563519641],[-71.6290026714078,-33.1212083919603],[-71.63011342236128,-33.12081354546869],[-71.63051490345926,-33.120628064873586],[-71.63110588403345,-33.120529410899465],[-71.63220918596001,-33.12024860438861],[-71.63327459294437,-33.11987841709007],[-71.63392925938736,-33.11958495571153],[-71.63475501259892,-33.11951889418232],[-71.636008615702,-33.11936304779921],[-71.63649646078792,-33.11963609212109],[-71.63762645311252,-33.12020840186094],[-71.63880831815499,-33.120732577000936],[-71.64005311407126,-33.12114078668371],[-71.64134483281036,-33.1214277813997],[-71.64236975051617,-33.12160387401422],[-71.6434767992575,-33.121748328367765],[-71.64454418337498,-33.12180112857737],[-71.644868064583,-33.12188311292511],[-71.64596573236834,-33.12206762343102],[-71.64707925653113,-33.12216364350242],[-71.64819858418673,-33.122170306441674],[-71.64931361004201,-33.12208755226611],[-71.6504142677178,-33.12191612824395],[-71.65149062071693,-33.12165758213522],[-71.65253295221252,-33.12131424819944],[-71.65353185284211,-33.12088922609683],[-71.65447830571175,-33.12038635287495],[-71.66882616299213,-33.1119334023373],[-71.66971517497657,-33.11135444565945],[-71.67053456161186,-33.11070681405928],[-71.67127686307117,-33.10999640510861],[-71.67193532197682,-33.10922968787154],[-71.6725039448967,-33.10841364395827],[-71.67297755686319,-33.10755570391626],[-71.67335184841895,-33.10666367953915],[-71.67362341476445,-33.10574569271135],[-71.67378978665386,-33.10481010143772],[-71.6738494527613,-33.10386542373213],[-71.67380187331857,-33.10292026005929],[-71.67364748490422,-33.10198321503547],[-71.67338769634505,-33.1010628191017],[-71.67302487577183,-33.100167450881536],[-71.67256232895144,-33.09930526092984],[-71.6720042690964,-33.09848409756574],[-71.67183364767534,-33.09828080769669],[-71.67183977175013,-33.09826797662932],[-71.67215339824523,-33.0973779225556],[-71.67225225030744,-33.09695588130676],[-71.67245003075215,-33.09657491707034],[-71.67279000150721,-33.09571215379313],[-71.67303466459707,-33.09482680830368],[-71.6731819663637,-33.093926322650965],[-71.6732964170338,-33.092870280962806],[-71.67390613771073,-33.091008640826814],[-71.67670373784533,-33.08782269700026],[-71.6773358358312,-33.087024777927],[-71.67787338398533,-33.08617917873501],[-71.67831135456515,-33.08529381294318],[-71.67864565209759,-33.084376965962576],[-71.67887315160102,-33.08343721753406],[-71.6789917277109,-33.08248336142111],[-71.67900027444078,-33.08152432310986],[-71.67889871539889,-33.08056907628744],[-71.67868800436906,-33.07962655888004],[-71.67837011625619,-33.07870558943603],[-71.6770033523615,-33.07535902983931],[-71.67655768024349,-33.07442490287828],[-71.67600180895475,-33.07353363644929],[-71.67534147114125,-33.07269441712844],[-71.67458347564022,-33.07191589480529],[-71.67373563723089,-33.07120609357921],[-71.67326567344257,-33.07088546572489]]],"type":"Polygon"},"provider_id":"2026-10-20T08:00:00+00:00","reason":"weather_outside_academic_profile","state":"active","valid_at":"2026-10-20T08:00:00+00:00"}],"run_id":"b80f9b83-cad7-53b8-a8b8-34a2a17e614c","schema_version":"aerial-dataset-1","source_id":"S4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0,"dictionary":"Amenazas/a2_firms.md","extract":["python","-m","Amenazas.a2_firms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6176727,"fetched_at_utc":"2026-10-19T03:07:08.404883+00:00","file":"S5_2111565206cb1cb5.csv","http_status":200,"product":"NASA FIRMS VIIRS NOAA-20 C2 South America 7d","sha256":"2111565206cb1cb5e561828ddb130aba0a5ffc30670f1085b952897c2445b024","url":"https://firms.modaps.eosdis.nasa.gov/data/active_fire/noaa-20-viirs-c2/csv/J1_VIIRS_C2_South_America_7d.csv"}},"load":["python","-m","Amenazas.a2_firms","--load","{output}"],"original_packet_sha256":"2a68d681291b63f40164afc1a17eb6a6ecd8421072071d9b87972a52f67397d2","output":"amenazas/firms.json","sample":{"dataset_key":"A2","observed_at":"2026-10-19T03:07:09.118728+00:00","records":[],"run_id":"b80f9b83-cad7-53b8-a8b8-34a2a17e614c","schema_version":"aerial-dataset-1","source_id":"S5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2,"dictionary":"Amenazas/a3_aip.md","extract":["python","-m","Amenazas.a3_aip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445770,"fetched_at_utc":"2026-10-17T22:55:30.138736+00:00","file":"S6_fd2d8e065ebd2098.pdf","http_status":200,"product":"DGAC AIP ENR 5.1","reuse":{"explicit":true,"manifest_sha256":"c4c391e106725ca99e8d1f1196c20d3a1877df67adfb7298cef38cbf84bbb466"},"sha256":"fd2d8e065ebd209832d2820abe3592b17f15fb84265f210a092d9df6fc77598d","url":"https://aipchile.dgac.gob.cl/dasa/aip_chile_con_contenido/ais/2%20ENR%20Parte%202/ENR%205%20Zonas%20Prohibidas%2C%20Restringidas%20y%20Peligrosas/ENR%205.1-1%20Zonas%20P%2C%20R%2C%20D.pdf"}},"load":["python","-m","Amenazas.a3_aip","--load","{output}"],"original_packet_sha256":"a78bf882529c47eacd10104e9166b429d19d6e2b02526c11b5f1ca39c83c5f5b","output":"amenazas/aip.json","sample":{"dataset_key":"A3","observed_at":"2026-10-19T03:07:09.118728+00:00","records":[{"center":[-71.60527777777777,-33.04805555555556],"code":"SC-P29","conditions":"SC-P29 FIR SANTIAGO \nValparaíso (Congreso Nacional) \n \nCírculo de 0.15 NM de radio centrado en las \nsiguientes coordenadas: \n33 02 53 S 71 36 19 W \n \n1000 FT AGL \nGND Zona prohibida para RPAS","document_page":"6","geometry":{"coordinates":[[[-71.60527777777777,-33.04555071561748],[-71.60522587188407,-33.045551097106014],[-71.60517398180008,-33.04555224145542],[-71.60512212333066,-33.045554148317144],[-71.60507031227107,-33.04555681711039],[-71.60501856440212,-33.04556024702229],[-71.6049668954854,-33.045564437008125],[-71.60491532125846,-33.04556938579172],[-71.60486385742996,-33.045575091865736],[-71.60481251967502,-33.0455815534922],[-71.60476132363031,-33.045588768703],[-71.60471028488939,-33.04559673530048],[-71.60465941899788,-33.04560545085816],[-71.60460874144881,-33.04561491272139],[-71.60455826767783,-33.045625118008246],[-71.60450801305853,-33.04563606361035],[-71.6044579928978,-33.04564774619383],[-71.6044082224311,-33.045660162200356],[-71.60435871681787,-33.04567330784818],[-71.60430949113692,-33.04568717913335],[-71.60426056038176,-33.045701771830856],[-71.60421193945615,-33.04571708149599],[-71.60416364316949,-33.045733103465615],[-71.6041156862323,-33.0457498328597],[-71.6040680832518,-33.045767264582665],[-71.60402084872737,-33.04578539332508],[-71.60397399704625,-33.04580421356516],[-71.60392754247906,-33.045823719570514],[-71.6038814991755,-33.04584390539986],[-71.60383588116005,-33.04586476490486],[-71.60379070232766,-33.04588629173199],[-71.60374597643954,-33.04590847932443],[-71.60370171711898,-33.04593132092412],[-71.60365793784722,-33.04595480957378],[-71.60361465195922,-33.04597893811903],[-71.60357187263982,-33.04600369921062],[-71.60352961291949,-33.046029085306586],[-71.60348788567055,-33.04605508867461],[-71.6034467036031,-33.04608170139436],[-71.60340607926125,-33.04610891535986],[-71.60336602501928,-33.04613672228202],[-71.60332655307785,-33.04616511369113],[-71.60328767546028,-33.046194080939465],[-71.60324940400888,-33.046223615203836],[-71.60321175038143,-33.046253707488404],[-71.60317472604748,-33.0462843486273],[-71.603138342285,-33.04631552928752],[-71.60310261017686,-33.046347239971674],[-71.60306754060748,-33.046379471020934],[-71.60303314425948,-33.04641221261797],[-71.60299943161053,-33.046445454789946],[-71.60296641292999,-33.046479187411485],[-71.60293409827595,-33.04651340020789],[-71.60290249749207,-33.046548082758136],[-71.60287162020461,-33.046583224498114],[-71.60284147581945,-33.046618814723864],[-71.60281207351933,-33.04665484259476],[-71.60278342226096,-33.04669129713692],[-71.6027555307723,-33.0467281672464],[-71.60272840754993,-33.04676544169275],[-71.60270206085646,-33.04680310912231],[-71.60267649871803,-33.04684115806168],[-71.60265172892176,-33.046879576921285],[-71.60262775901352,-33.046918353998805],[-71.60260459629554,-33.04695747748286],[-71.60258224782422,-33.046996935456484],[-71.60256072040798,-33.04703671590083],[-71.60254002060515,-33.04707680669881],[-71.60252015472199,-33.0471171956388],[-71.60250112881081,-33.0471578704183],[-71.60248294866808,-33.04719881864779],[-71.60246561983261,-33.04724002785439],[-71.60244914758404,-33.04728148548574],[-71.602433536941,-33.04732317891378],[-71.60241879265976,-33.04736509543857],[-71.6024049192327,-33.04740722229229],[-71.60239192088694,-33.04744954664295],[-71.6023798015831,-33.047492055598426],[-71.602368565014,-33.0475347362103],[-71.60235821460365,-33.04757757547792],[-71.60234875350612,-33.04762056035222],[-71.60234018460459,-33.047663677739806],[-71.60233251051051,-33.04770691450688],[-71.60232573356276,-33.04775025748326],[-71.60231985582698,-33.04779369346641],[-71.60231487909486,-33.047837209225435],[-71.60231080488371,-33.047880791505115],[-71.60230763443589,-33.047924427029955],[-71.60230536871848,-33.047968102508214],[-71.60230400842296,-33.04801180463597],[-71.60230355396507,-33.048055520101165],[-71.60230400548456,-33.04809923558765],[-71.60230536284523,-33.048142937779254],[-71.60230762563496,-33.048186613363846],[-71.60231079316583,-33.048230249037346],[-71.60231486447431,-33.04827383150786],[-71.60231983832155,-33.048317347499676],[-71.60232571319379,-33.048360783757246],[-71.60233248730282,-33.04840412704939],[-71.60234015858646,-33.04844736417313],[-71.60234872470924,-33.0484904819579],[-71.60235818306312,-33.04853346726939],[-71.60236853076823,-33.04857630701367],[-71.6023797646738,-33.04861898814113],[-71.60239188135911,-33.04866149765044],[-71.60240487713448,-33.04870382259255],[-71.60241874804244,-33.048745950074576],[-71.60243348985894,-33.048787867263826],[-71.60244909809461,-33.048829561391585],[-71.6024655679961,-33.048871019757115],[-71.60248289454763,-33.048912229731464],[-71.60250107247239,-33.04895317876131],[-71.60252009623422,-33.04899385437282],[-71.60253996003928,-33.04903424417543],[-71.60256065783781,-33.04907433586563],[-71.60258218332599,-33.04911411723069],[-71.60260452994783,-33.04915357615238],[-71.60262769089714,-33.04919270061073],[-71.60265165911973,-33.049231478687595],[-71.60267642731537,-33.04926989857032],[-71.60270198794021,-33.049307948555395],[-71.60272833320887,-33.04934561705194],[-71.60275545509703,-33.04938289258527],[-71.60278334534367,-33.049419763800415],[-71.60281199545375,-33.049456219465526],[-71.60284139670067,-33.04949224847535],[-71.602871540129,-33.04952783985458],[-71.60290241655724,-33.04956298276121],[-71.60293401658049,-33.04959766648983],[-71.60296633057341,-33.04963188047492],[-71.6029993486932,-33.04966561429401],[-71.60303306088242,-33.0496988576709],[-71.60306745687225,-33.0497316004788],[-71.60310252618551,-33.049763832743366],[-71.60313825813984,-33.0497955446458],[-71.60317464185103,-33.04982672652577],[-71.60321166623625,-33.049857368884446],[-71.60324932001753,-33.04988746238728],[-71.60328759172505,-33.04991699786696],[-71.60332646970079,-33.04994596632614],[-71.60336594210196,-33.04997435894018],[-71.60340599690468,-33.050002167059894],[-71.60344662190764,-33.05002938221407],[-71.6034878047357,-33.050055996112185],[-71.60352953284391,-33.05008200064686],[-71.60357179352103,-33.05010738789632],[-71.60361457389364,-33.050132150126814],[-71.60365786092993,-33.05015627979505],[-71.60370164144372,-33.050179769550354],[-71.60374590209848,-33.05020261223702],[-71.60379062941139,-33.05022480089645],[-71.60383580975741,-33.05024632876927],[-71.60388142937349,-33.050267189297415],[-71.60392747436269,-33.05028737612609],[-71.60397393069854,-33.05030688310573],[-71.60402078422915,-33.05032570429389],[-71.60406802068164,-33.050343833957015],[-71.60411562566644,-33.0503612665722],[-71.60416358468171,-33.050377996828914],[-71.60421188311773,-33.05039401963055],[-71.60426050626131,-33.05040933009603],[-71.6043094393004,-33.05042392356128],[-71.60435866732844,-33.05043779558063],[-71.60440817534904,-33.05045094192819],[-71.60445794828048,-33.05046335859914],[-71.60450797096031,-33.05047504181096],[-71.60455822815,-33.0504859880045],[-71.60460870453952,-33.050496193845206],[-71.6046593847521,-33.05050565622402],[-71.60471025334884,-33.050514372258355],[-71.60476129483342,-33.050522339293046],[-71.60481249365688,-33.050529554901004],[-71.60486383422227,-33.05053601688414],[-71.60491530088949,-33.05054172327391],[-71.60496687797998,-33.050546672331926],[-71.60501854978156,-33.050550862550544],[-71.60507030055318,-33.05055429265328],[-71.60512211452972,-33.05055696159521],[-71.60517397592683,-33.05055886856326],[-71.60522586894567,-33.05056001297651],[-71.60527777777777,-33.05056039448633],[-71.60532968660988,-33.05056001297651],[-71.60538157962871,-33.05055886856326],[-71.60543344102582,-33.05055696159521],[-71.60548525500236,-33.05055429265328],[-71.60553700577398,-33.050550862550544],[-71.60558867757557,-33.050546672331926],[-71.60564025466606,-33.05054172327391],[-71.60569172133327,-33.05053601688414],[-71.60574306189866,-33.050529554901004],[-71.60579426072212,-33.050522339293046],[-71.6058453022067,-33.050514372258355],[-71.60589617080345,-33.05050565622402],[-71.60594685101603,-33.050496193845206],[-71.60599732740555,-33.0504859880045],[-71.60604758459523,-33.05047504181096],[-71.60609760727506,-33.05046335859914],[-71.60614738020651,-33.05045094192819],[-71.6061968882271,-33.05043779558063],[-71.60624611625515,-33.05042392356128],[-71.60629504929423,-33.05040933009603],[-71.60634367243782,-33.05039401963055],[-71.60639197087383,-33.050377996828914],[-71.6064399298891,-33.0503612665722],[-71.6064875348739,-33.050343833957015],[-71.6065347713264,-33.05032570429389],[-71.606581624857,-33.05030688310573],[-71.60662808119285,-33.05028737612609],[-71.60667412618206,-33.050267189297415],[-71.60671974579813,-33.05024632876927],[-71.60676492614415,-33.05022480089645],[-71.60680965345706,-33.05020261223702],[-71.60685391411182,-33.050179769550354],[-71.60689769462562,-33.05015627979505],[-71.60694098166191,-33.050132150126814],[-71.60698376203452,-33.05010738789632],[-71.60702602271164,-33.05008200064686],[-71.60706775081984,-33.050055996112185],[-71.60710893364791,-33.05002938221407],[-71.60714955865086,-33.050002167059894],[-71.60718961345358,-33.04997435894018],[-71.60722908585475,-33.04994596632614],[-71.6072679638305,-33.04991699786696],[-71.60730623553802,-33.04988746238728],[-71.6073438893193,-33.049857368884446],[-71.60738091370452,-33.04982672652577],[-71.60741729741571,-33.0497955446458],[-71.60745302937003,-33.049763832743366],[-71.60748809868329,-33.0497316004788],[-71.60752249467312,-33.0496988576709],[-71.60755620686234,-33.04966561429401],[-71.60758922498214,-33.04963188047492],[-71.60762153897505,-33.04959766648983],[-71.6076531389983,-33.04956298276121],[-71.60768401542654,-33.04952783985458],[-71.60771415885488,-33.04949224847535],[-71.6077435601018,-33.049456219465526],[-71.60777221021188,-33.049419763800415],[-71.60780010045852,-33.04938289258527],[-71.60782722234667,-33.04934561705194],[-71.60785356761534,-33.049307948555395],[-71.60787912824017,-33.04926989857032],[-71.60790389643581,-33.049231478687595],[-71.60792786465841,-33.04919270061073],[-71.60795102560772,-33.04915357615238],[-71.60797337222955,-33.04911411723069],[-71.60799489771773,-33.04907433586563],[-71.60801559551626,-33.04903424417543],[-71.60803545932133,-33.04899385437282],[-71.60805448308315,-33.04895317876131],[-71.60807266100791,-33.048912229731464],[-71.60808998755944,-33.048871019757115],[-71.60810645746093,-33.048829561391585],[-71.6081220656966,-33.048787867263826],[-71.6081368075131,-33.048745950074576],[-71.60815067842107,-33.04870382259255],[-71.60816367419643,-33.04866149765044],[-71.60817579088175,-33.04861898814113],[-71.60818702478731,-33.04857630701367],[-71.60819737249243,-33.04853346726939],[-71.6082068308463,-33.0484904819579],[-71.60821539696909,-33.04844736417313],[-71.60822306825273,-33.04840412704939],[-71.60822984236175,-33.048360783757246],[-71.608235717234,-33.048317347499676],[-71.60824069108124,-33.04827383150786],[-71.60824476238972,-33.048230249037346],[-71.60824792992058,-33.048186613363846],[-71.60825019271032,-33.048142937779254],[-71.60825155007099,-33.04809923558765],[-71.60825200159047,-33.048055520101165],[-71.60825154713258,-33.04801180463597],[-71.60825018683707,-33.047968102508214],[-71.60824792111966,-33.047924427029955],[-71.60824475067183,-33.047880791505115],[-71.60824067646068,-33.047837209225435],[-71.60823569972857,-33.04779369346641],[-71.60822982199278,-33.04775025748326],[-71.60822304504504,-33.04770691450688],[-71.60821537095096,-33.047663677739806],[-71.60820680204942,-33.04762056035222],[-71.60819734095189,-33.04757757547792],[-71.60818699054154,-33.0475347362103],[-71.60817575397245,-33.047492055598426],[-71.6081636346686,-33.04744954664295],[-71.60815063632285,-33.04740722229229],[-71.60813676289578,-33.04736509543857],[-71.60812201861454,-33.04732317891378],[-71.6081064079715,-33.04728148548574],[-71.60808993572293,-33.04724002785439],[-71.60807260688746,-33.04719881864779],[-71.60805442674473,-33.0471578704183],[-71.60803540083356,-33.0471171956388],[-71.6080155349504,-33.04707680669881],[-71.60799483514757,-33.04703671590083],[-71.60797330773133,-33.046996935456484],[-71.60795095926001,-33.04695747748286],[-71.60792779654203,-33.046918353998805],[-71.60790382663379,-33.046879576921285],[-71.60787905683752,-33.04684115806168],[-71.60785349469909,-33.04680310912231],[-71.60782714800561,-33.04676544169275],[-71.60780002478324,-33.0467281672464],[-71.60777213329459,-33.04669129713692],[-71.60774348203621,-33.04665484259476],[-71.6077140797361,-33.046618814723864],[-71.60768393535093,-33.046583224498114],[-71.60765305806348,-33.046548082758136],[-71.60762145727959,-33.04651340020789],[-71.60758914262556,-33.046479187411485],[-71.60755612394502,-33.046445454789946],[-71.60752241129606,-33.04641221261797],[-71.60748801494806,-33.046379471020934],[-71.60745294537868,-33.046347239971674],[-71.60741721327054,-33.04631552928752],[-71.60738082950806,-33.0462843486273],[-71.60734380517411,-33.046253707488404],[-71.60730615154667,-33.046223615203836],[-71.60726788009526,-33.046194080939465],[-71.6072290024777,-33.04616511369113],[-71.60718953053626,-33.04613672228202],[-71.6071494762943,-33.04610891535986],[-71.60710885195245,-33.04608170139436],[-71.607067669885,-33.04605508867461],[-71.60702594263606,-33.046029085306586],[-71.60698368291573,-33.04600369921062],[-71.60694090359632,-33.04597893811903],[-71.60689761770833,-33.04595480957378],[-71.60685383843656,-33.04593132092412],[-71.606809579116,-33.04590847932443],[-71.60676485322789,-33.04588629173199],[-71.60671967439549,-33.04586476490486],[-71.60667405638004,-33.04584390539986],[-71.60662801307649,-33.045823719570514],[-71.60658155850929,-33.04580421356516],[-71.60653470682817,-33.04578539332508],[-71.60648747230374,-33.045767264582665],[-71.60643986932324,-33.0457498328597],[-71.60639191238606,-33.045733103465615],[-71.6063436160994,-33.04571708149599],[-71.60629499517378,-33.045701771830856],[-71.60624606441863,-33.04568717913335],[-71.60619683873767,-33.04567330784818],[-71.60614733312444,-33.045660162200356],[-71.60609756265774,-33.04564774619383],[-71.60604754249701,-33.04563606361035],[-71.60599728787771,-33.045625118008246],[-71.60594681410673,-33.04561491272139],[-71.60589613655766,-33.04560545085816],[-71.60584527066615,-33.04559673530048],[-71.60579423192523,-33.045588768703],[-71.60574303588052,-33.0455815534922],[-71.60569169812558,-33.045575091865736],[-71.60564023429708,-33.04556938579172],[-71.60558866007014,-33.045564437008125],[-71.60553699115343,-33.04556024702229],[-71.60548524328448,-33.04555681711039],[-71.60543343222488,-33.045554148317144],[-71.60538157375547,-33.04555224145542],[-71.60532968367147,-33.045551097106014],[-71.60527777777777,-33.04555071561748]]],"type":"Polygon"},"geometry_type":"circle","lower_limit":"GND","original_record":"SC-P29 FIR SANTIAGO \nValparaíso (Congreso Nacional) \n \nCírculo de 0.15 NM de radio centrado en las \nsiguientes coordenadas: \n33 02 53 S 71 36 19 W \n \n1000 FT AGL \nGND Zona prohibida para RPAS","provider_id":"SC-P29","radius_m":277.8,"upper_limit":"1000 FT AGL"}],"run_id":"b80f9b83-cad7-53b8-a8b8-34a2a17e614c","schema_version":"aerial-dataset-1","source_id":"S6"}}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26,"dictionary":"Amenazas/a4_historial.md","extract":["python","-m","Amenazas.a4_historial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","ids":{"bytes":162,"fetched_at_utc":"2026-10-19T03:07:08.701452+00:00","file":"S7_ids_61c099a0a336fc0c.json","http_status":200,"sha256":"61c099a0a336fc0cedfadf32ec6468f366780f93ea34773ad6f484f40afcb9c3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311924,"fetched_at_utc":"2026-10-19T03:07:09.100012+00:00","file":"S7_0_d3360c08fab0489a.json","http_status":200,"sha256":"d3360c08fab0489ad83666d75cb43a06533e749a1ba1abb144f9eb5cf7c6d0bc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671%2C675%2C680%2C684%2C686%2C690%2C696%2C698%2C700%2C713%2C716%2C721%2C723%2C729%2C730%2C732%2C734%2C735%2C737%2C742%2C745%2C750%2C751%2C755%2C756%2C760%2C763%2C798%2C802"}],"product":"SENAPRED densidad de incendios 2020-2024","record_count":29}},"load":["python","-m","Amenazas.a4_historial","--load","{output}"],"original_packet_sha256":"f65dd9602608e9795368d653286d1882e30f6587140a724011a240e789205052","output":"amenazas/historial.json","sample":{"dataset_key":"A4","observed_at":"2026-10-19T03:07:09.118728+00:00","records":[{"class_label":"Alta","geometry":{"coordinates":[[[[-71.5752397489999,-33.049950452],[-71.575213504,-33.0490493359999],[-71.5762834929999,-33.0490272279999],[-71.576234218702,-33.04733595367094],[-71.57585281551,-33.047685863262],[-71.5752016265193,-33.04840515820633],[-71.57463096968213,-33.04917143514727],[-71.57414881007686,-33.049972974225],[-71.5752397489999,-33.049950452]]]],"type":"MultiPolygon"},"ordinal_class":4,"period_end":2024,"period_start":2020,"provider_id":"671","repaired":false}],"run_id":"b80f9b83-cad7-53b8-a8b8-34a2a17e614c","schema_version":"aerial-dataset-1","source_id":"S7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Consulta y resultado íntegros en dijkstra.sql y dijkstra_result.json. Los ejemplos principales 18–19 conservan el caso retrospectivo anterior como referencia, identificado en sus notas.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Valores ejecutados en segment_examples.json. EPSG:32719, longitud 1000 m; no modifica originales ni crea incendios ficticios.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Pruebas Playwright y suite Docker. Solo 13/120 casos tienen control admisible; no se ocultan las bases o las horas bloqueadas.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Actualización de diagnóstico: evidencia/diagnostico_fase2_2026-10-19</a:t>
            </a:r>
          </a:p>
          <a:p xmlns:a="http://schemas.openxmlformats.org/drawingml/2006/main">
            <a:r>
              <a:t>Run: b80f9b83-cad7-53b8-a8b8-34a2a17e614c</a:t>
            </a:r>
          </a:p>
          <a:p xmlns:a="http://schemas.openxmlformats.org/drawingml/2006/main">
            <a:r>
              <a:t>Código: 013800182c2acb7a8ad73d5c1447709203493e3637974eb0eae507089107dc4d</a:t>
            </a:r>
          </a:p>
          <a:p xmlns:a="http://schemas.openxmlformats.org/drawingml/2006/main">
            <a:r>
              <a:t>120 solicitudes idénticas al plan conservado; no se actualizaron fuentes activas. Adquisición completa bloqueada por DNS de DGAC. https://aipchile.dgac.gob.cl/aip/vol1/seccion/enr . A4: política preventiva opcional; consulta docente preparada y no enviada.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d6c641e1646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50c25018c45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8feaabbb24f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719a01e3b46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d2bb99d944a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acbfe1931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7C2213-30E0-4317-85E9-E77925C1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F79E94-323A-4593-B27A-D6FD9AD984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B7E67B-06E1-4C4B-81E5-876F76E1E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39E5A1-0155-4ABB-8BCE-218FA667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41C6DE-0B02-4296-ADE9-46AABF675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85F746-002E-48AF-BEA5-30B508914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FCC5E-442D-42BD-AF1E-479AD0874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1CFD23-2A8E-43FB-B3F1-D7ECF6E423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D0DA2-6441-4D82-975F-AFEC7327C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9655D-5BB8-4C8C-BF81-58C98EB96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ca122589c3439a" /><Relationship Type="http://schemas.openxmlformats.org/officeDocument/2006/relationships/slideLayout" Target="/ppt/slideLayouts/slideLayout1.xml" Id="R1b26681d4f3d4a92" /><Relationship Type="http://schemas.openxmlformats.org/officeDocument/2006/relationships/slideLayout" Target="/ppt/slideLayouts/slideLayout2.xml" Id="R5b4cd962d8ac4455" /><Relationship Type="http://schemas.openxmlformats.org/officeDocument/2006/relationships/slideLayout" Target="/ppt/slideLayouts/slideLayout3.xml" Id="R54557571d3ef4ffd" /><Relationship Type="http://schemas.openxmlformats.org/officeDocument/2006/relationships/slideLayout" Target="/ppt/slideLayouts/slideLayout4.xml" Id="Rac16ded4a3e3401c" /><Relationship Type="http://schemas.openxmlformats.org/officeDocument/2006/relationships/slideLayout" Target="/ppt/slideLayouts/slideLayout5.xml" Id="Rd15df57768084d83" /><Relationship Type="http://schemas.openxmlformats.org/officeDocument/2006/relationships/slideLayout" Target="/ppt/slideLayouts/slideLayout6.xml" Id="Rfb310245df4840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6681d4f3d4a92"/>
    <p:sldLayoutId xmlns:r="http://schemas.openxmlformats.org/officeDocument/2006/relationships" id="2147483650" r:id="R5b4cd962d8ac4455"/>
    <p:sldLayoutId xmlns:r="http://schemas.openxmlformats.org/officeDocument/2006/relationships" id="2147483651" r:id="R54557571d3ef4ffd"/>
    <p:sldLayoutId xmlns:r="http://schemas.openxmlformats.org/officeDocument/2006/relationships" id="2147483652" r:id="Rac16ded4a3e3401c"/>
    <p:sldLayoutId xmlns:r="http://schemas.openxmlformats.org/officeDocument/2006/relationships" id="2147483653" r:id="Rd15df57768084d83"/>
    <p:sldLayoutId xmlns:r="http://schemas.openxmlformats.org/officeDocument/2006/relationships" id="2147483654" r:id="Rfb310245df4840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08535a8b44845" /><Relationship Type="http://schemas.openxmlformats.org/officeDocument/2006/relationships/notesSlide" Target="/ppt/notesSlides/notesSlide1.xml" Id="Rb702448fb65c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cef620bab4c7c" /><Relationship Type="http://schemas.openxmlformats.org/officeDocument/2006/relationships/image" Target="/ppt/media/image.png" Id="Re478e4ccebaa463f" /><Relationship Type="http://schemas.openxmlformats.org/officeDocument/2006/relationships/notesSlide" Target="/ppt/notesSlides/notesSlide2.xml" Id="R9ebf58bc5cdd4c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a2b85e83542ae" /><Relationship Type="http://schemas.openxmlformats.org/officeDocument/2006/relationships/notesSlide" Target="/ppt/notesSlides/notesSlide3.xml" Id="Ra0c1887482d0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8a016aa3e4e9d" /><Relationship Type="http://schemas.openxmlformats.org/officeDocument/2006/relationships/notesSlide" Target="/ppt/notesSlides/notesSlide4.xml" Id="Rf84234e17f0744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a68b2a4424d24" /><Relationship Type="http://schemas.openxmlformats.org/officeDocument/2006/relationships/notesSlide" Target="/ppt/notesSlides/notesSlide5.xml" Id="R95e77d4eaac241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50737e9dd41b2" /><Relationship Type="http://schemas.openxmlformats.org/officeDocument/2006/relationships/notesSlide" Target="/ppt/notesSlides/notesSlide6.xml" Id="R4388aab69f9b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0b6c746de45f1" /><Relationship Type="http://schemas.openxmlformats.org/officeDocument/2006/relationships/notesSlide" Target="/ppt/notesSlides/notesSlide7.xml" Id="R1824f14b39e9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3e103aeec4aa1" /><Relationship Type="http://schemas.openxmlformats.org/officeDocument/2006/relationships/notesSlide" Target="/ppt/notesSlides/notesSlide8.xml" Id="R3cd88c150f6f40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21946681847dd" /><Relationship Type="http://schemas.openxmlformats.org/officeDocument/2006/relationships/notesSlide" Target="/ppt/notesSlides/notesSlide9.xml" Id="Raaedde4c460345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869e5596d4cbb" /><Relationship Type="http://schemas.openxmlformats.org/officeDocument/2006/relationships/notesSlide" Target="/ppt/notesSlides/notesSlide10.xml" Id="Rd195295daac346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1abf04f0949fd" /><Relationship Type="http://schemas.openxmlformats.org/officeDocument/2006/relationships/notesSlide" Target="/ppt/notesSlides/notesSlide11.xml" Id="Rff23f1ccbac94b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b6c32cc694ec2" /><Relationship Type="http://schemas.openxmlformats.org/officeDocument/2006/relationships/notesSlide" Target="/ppt/notesSlides/notesSlide12.xml" Id="Reb43e132799741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bb37e173b47c6" /><Relationship Type="http://schemas.openxmlformats.org/officeDocument/2006/relationships/notesSlide" Target="/ppt/notesSlides/notesSlide13.xml" Id="R38ee7d23f23247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2bc5d726a4eb9" /><Relationship Type="http://schemas.openxmlformats.org/officeDocument/2006/relationships/notesSlide" Target="/ppt/notesSlides/notesSlide14.xml" Id="R664ab249114646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3419dae95403e" /><Relationship Type="http://schemas.openxmlformats.org/officeDocument/2006/relationships/notesSlide" Target="/ppt/notesSlides/notesSlide15.xml" Id="R8b61c8e1f3984a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1ec50049843aa" /><Relationship Type="http://schemas.openxmlformats.org/officeDocument/2006/relationships/notesSlide" Target="/ppt/notesSlides/notesSlide16.xml" Id="R347e4a690e2742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9303bca7a487f" /><Relationship Type="http://schemas.openxmlformats.org/officeDocument/2006/relationships/notesSlide" Target="/ppt/notesSlides/notesSlide17.xml" Id="R3d99f34be8434a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af924aa4943dd" /><Relationship Type="http://schemas.openxmlformats.org/officeDocument/2006/relationships/image" Target="/ppt/media/image2.png" Id="R3550e04c96444150" /><Relationship Type="http://schemas.openxmlformats.org/officeDocument/2006/relationships/notesSlide" Target="/ppt/notesSlides/notesSlide18.xml" Id="Rd9b20eca26ad47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8747b12a048ca" /><Relationship Type="http://schemas.openxmlformats.org/officeDocument/2006/relationships/image" Target="/ppt/media/image3.png" Id="R1a205aeb502c480e" /><Relationship Type="http://schemas.openxmlformats.org/officeDocument/2006/relationships/notesSlide" Target="/ppt/notesSlides/notesSlide19.xml" Id="R0ff71b3266d541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c5a509fb745df" /><Relationship Type="http://schemas.openxmlformats.org/officeDocument/2006/relationships/notesSlide" Target="/ppt/notesSlides/notesSlide20.xml" Id="Rcf0cec7998194a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520083934469d" /><Relationship Type="http://schemas.openxmlformats.org/officeDocument/2006/relationships/notesSlide" Target="/ppt/notesSlides/notesSlide21.xml" Id="Rce43bb2e02a14f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49b5c20104945" /><Relationship Type="http://schemas.openxmlformats.org/officeDocument/2006/relationships/notesSlide" Target="/ppt/notesSlides/notesSlide22.xml" Id="Ra2548ffdea8c4b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60ca91af44633" /><Relationship Type="http://schemas.openxmlformats.org/officeDocument/2006/relationships/notesSlide" Target="/ppt/notesSlides/notesSlide23.xml" Id="Rea65ffcd4d3548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8e60efa8f4b15" /><Relationship Type="http://schemas.openxmlformats.org/officeDocument/2006/relationships/notesSlide" Target="/ppt/notesSlides/notesSlide24.xml" Id="R2deaa73c3e444eb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6038d685d4b98" /><Relationship Type="http://schemas.openxmlformats.org/officeDocument/2006/relationships/notesSlide" Target="/ppt/notesSlides/notesSlide25.xml" Id="Re9940c8f09c147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883aa52a34df7" /><Relationship Type="http://schemas.openxmlformats.org/officeDocument/2006/relationships/notesSlide" Target="/ppt/notesSlides/notesSlide26.xml" Id="R3b092cee578f44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0367b50b849fb" /><Relationship Type="http://schemas.openxmlformats.org/officeDocument/2006/relationships/notesSlide" Target="/ppt/notesSlides/notesSlide27.xml" Id="Ra9a12616587b45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b973dadb34324" /><Relationship Type="http://schemas.openxmlformats.org/officeDocument/2006/relationships/notesSlide" Target="/ppt/notesSlides/notesSlide28.xml" Id="R5b943f6fa57146e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2a76f8eeb46d4" /><Relationship Type="http://schemas.openxmlformats.org/officeDocument/2006/relationships/notesSlide" Target="/ppt/notesSlides/notesSlide29.xml" Id="R5f713ce7ffe146c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368037c4b4adb" /><Relationship Type="http://schemas.openxmlformats.org/officeDocument/2006/relationships/notesSlide" Target="/ppt/notesSlides/notesSlide30.xml" Id="R0113d8444d9547a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bde582b434c74" /><Relationship Type="http://schemas.openxmlformats.org/officeDocument/2006/relationships/notesSlide" Target="/ppt/notesSlides/notesSlide31.xml" Id="Rc17ca1d3d0ec41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db277063d4e5f" /><Relationship Type="http://schemas.openxmlformats.org/officeDocument/2006/relationships/notesSlide" Target="/ppt/notesSlides/notesSlide32.xml" Id="Re5092ca7ce42417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83c0c6d194198" /><Relationship Type="http://schemas.openxmlformats.org/officeDocument/2006/relationships/notesSlide" Target="/ppt/notesSlides/notesSlide33.xml" Id="R107d00d781c149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ea791507d4d79" /><Relationship Type="http://schemas.openxmlformats.org/officeDocument/2006/relationships/notesSlide" Target="/ppt/notesSlides/notesSlide34.xml" Id="R35a8836b708c4ac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f8049c77743e5" /><Relationship Type="http://schemas.openxmlformats.org/officeDocument/2006/relationships/notesSlide" Target="/ppt/notesSlides/notesSlide35.xml" Id="R64928b31a3fa45b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2af7453254694" /><Relationship Type="http://schemas.openxmlformats.org/officeDocument/2006/relationships/notesSlide" Target="/ppt/notesSlides/notesSlide36.xml" Id="R13a9d71d03cd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221CA-4D2F-48E0-AB3A-E222ADF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Ruteo aéreo para vigilancia forestal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6D64F-1A71-484B-9642-1FBED1C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0A472-4AE1-43FD-9D19-8B965EA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Valparaíso, Chile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DBCE4-1721-46CA-88E8-FCDA8E3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Integración de metadata y comparación de misiones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4AC1D-3DB2-46CF-B9E5-9618905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Diego Muñoz, Ignacio Pastén, Eduardo Escalona y Diego Hidalgo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1E7BC-DE3D-4338-ADAC-74E6E55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Fase 2 · 19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110488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AB769-A4AF-44C1-8BFC-DAB0836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Área de vigilancia y tránsito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4430-0E18-4E76-8724-803A4A3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2D0AA-21CD-4DB0-8BDF-4ACC5911A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8e4ccebaa463f"/>
          <a:stretch xmlns:a="http://schemas.openxmlformats.org/drawingml/2006/main"/>
        </p:blipFill>
        <p:spPr>
          <a:xfrm xmlns:a="http://schemas.openxmlformats.org/drawingml/2006/main">
            <a:off x="4818784" y="1524000"/>
            <a:ext cx="6364432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CA75-2E7D-4377-AA19-9E756CD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Vigilancia: 54,920709 km²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56F4D-2E76-4BF2-B823-2D90EC4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Tránsito: 97,716233 km²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4A8EC-21E5-4430-8F64-1DE5B0A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Buffer: 1.100 m en UTM 19S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EB2D9-5770-448F-9F87-C2D0DEC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Cinco bases candidatas reales</a:t>
            </a:r>
          </a:p>
        </p:txBody>
      </p:sp>
    </p:spTree>
    <p:extLst>
      <p:ext uri="{BB962C8B-B14F-4D97-AF65-F5344CB8AC3E}">
        <p14:creationId xmlns:p14="http://schemas.microsoft.com/office/powerpoint/2010/main" val="1594668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72B53-86A3-4500-8094-4C4FA4E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Reproducción con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3333-096A-4F15-93B2-081BB7F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03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29B2D-9335-42CA-B100-BE4FB6DD12B6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Versión verificada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PostgreSQL / PostGIS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16.9 / 3.5.2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pgRouting / Python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3.8.0 / 3.12.12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pglast / plataforma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7.20 / Linux amd 64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Pruebas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128 aprobadas, 0 omisiones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Arranque con BD vacía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99.812 s, nueve salidas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47161-60A9-41E9-A0C3-075AF2C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./main probar   y   ./main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51D37-6DEC-4919-B8FF-BE2F9F2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Hashes y pip check en Docker. CI configurado, pendiente en GitLab.</a:t>
            </a:r>
          </a:p>
        </p:txBody>
      </p:sp>
    </p:spTree>
    <p:extLst>
      <p:ext uri="{BB962C8B-B14F-4D97-AF65-F5344CB8AC3E}">
        <p14:creationId xmlns:p14="http://schemas.microsoft.com/office/powerpoint/2010/main" val="728163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8AEC6-A8E8-445F-91B2-66E24BD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Capacidad del esquema: 29 tablas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70E0-5545-4B5C-9AE8-9FDE27C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04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AC881-E618-4F13-AE82-36F12DC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5A8D9-06A5-4A5D-93CF-29F06E1E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B512-4868-4737-8936-9889D6F0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Estado y configuración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3673-AAA4-4895-8F05-08B5E0BB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C5331-035B-4541-A662-9BAA7CE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2570-D311-4F93-AE8A-BB62F10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dataset_id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/ source_id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81B8-1133-4E44-B14F-A4CC8A4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21361-63FB-46A7-A0C6-4EA3D49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27836-4DD1-43EC-820A-A2C49CD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source_id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Producto y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03B7A-F55F-4ABD-A98E-8E4E013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A8B8E-720B-4F90-A0A5-492E974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86F2-1D18-432F-9A7C-F45BC9A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 + 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Point EPSG:32719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6252C-697A-4FA4-8154-BAEBFF09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1E2D-5CC1-41F4-B32B-26A6EF3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FC142-ADF2-4B3A-B925-6430B2A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source / target a nodes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LineString y costo km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D293-0044-4884-9699-45D3C78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8E40A-7AE9-4A0D-9709-2F3C089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aerial_models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0019B-3B2C-4A3A-84C4-3CB6237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PK/FK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Perfil y contexto JSONB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9C4CF-DAAD-45F8-8FD1-66CE501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2EED2-9D4E-45CA-8957-7626CF2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run_areas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BE4C-C55C-49A6-9B0B-08735E1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 y tránsito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353C8-057D-4887-ADA6-2E8D695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EA923-D290-494E-B7BC-CC794F5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base_catalogue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CA85A-6210-45DC-946F-2FC4210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node_id a nodes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cuarteles, 5 candidatos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E79B0-DAC2-4572-9F92-BEC5A9CE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BF67C-9E8D-457D-899D-8673066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mission_evaluations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11695-3251-4927-B71D-961208A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Solicitud, métricas y SHA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6D856-5CF4-4929-A421-2B66195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20 tablas adicionales: metadata, amenazas, rutas y modelo vial. Detalle completo y FK en BD/.</a:t>
            </a:r>
          </a:p>
        </p:txBody>
      </p:sp>
    </p:spTree>
    <p:extLst>
      <p:ext uri="{BB962C8B-B14F-4D97-AF65-F5344CB8AC3E}">
        <p14:creationId xmlns:p14="http://schemas.microsoft.com/office/powerpoint/2010/main" val="331571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1715-FD96-4BCD-8A85-56F2FF8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Claves, relaciones y creación desde cero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77F72-0188-4424-BC88-08A209B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05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E30E8-F940-4BC2-824A-2EDCB330863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Relación / garantía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run_id, estado y configuración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run_id; único run + dataset_key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nodes / edges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run+id; FK source/target; costo generado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run_areas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run+role; estudio y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node_id solo si candidata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mission_evaluations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run; SHA único; inserción idempotente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6D204-CF1C-4774-AC85-C40DFA6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Fragmento DDL: CREATE TABLE routing.run_areas 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80C37-75E8-40CC-8CB5-53EE256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run_id uuid NOT NULL REFERENCES routing.runs ON DELETE CASCADE, …</a:t>
            </a:r>
          </a:p>
        </p:txBody>
      </p:sp>
    </p:spTree>
    <p:extLst>
      <p:ext uri="{BB962C8B-B14F-4D97-AF65-F5344CB8AC3E}">
        <p14:creationId xmlns:p14="http://schemas.microsoft.com/office/powerpoint/2010/main" val="110839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3920F-6A8D-43FB-890B-6A8AECD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ETL de infraestructura aérea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CEFBF-8A97-48FD-9CC9-5FCE6DE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06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6BEF7-094A-49CA-8163-348A666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Extract: S1, S1H, S2 y demás originales con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DBE5-0D60-4B88-99E7-829F83F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Transform: malla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 800 m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, ocho vecinos y radio 1500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6E806-462F-4F4D-8093-0F84CDC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154 nodos y 1.114 arcos dirigidos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AB256-B948-4362-8C77-F95EF95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Una componente fuerte y cero segmentos fuera de tránsito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9697-B321-4398-B561-CF1708D0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Load: nodos antes de arcos, transacción y publicación atómica</a:t>
            </a:r>
          </a:p>
        </p:txBody>
      </p:sp>
    </p:spTree>
    <p:extLst>
      <p:ext uri="{BB962C8B-B14F-4D97-AF65-F5344CB8AC3E}">
        <p14:creationId xmlns:p14="http://schemas.microsoft.com/office/powerpoint/2010/main" val="777204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F8756-0BB3-45BD-AB38-5D7AF9F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Contrato espacial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4C4B-47AA-4832-8255-C42640E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07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DF447-F711-4313-B44E-FDA18A8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schema_version=4.0 y builder=aerial-grid-v2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7FF0-9193-4D34-BB3E-8D81B63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lineage.aoi conserva el GeoJSON original y su SHA-256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4386-95C9-4626-9079-12FB2B9F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flight_area registra buffer 1100 m, EPSG:32719 y quad_segs=16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80C4-5844-4FA7-A6ED-E2E2051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GeoJSON en longitud/latitud; análisis en metros UTM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4B5D-464A-45CF-9DED-CE4A5B3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JSON de cada fuente con run_id, dataset_id y cargador</a:t>
            </a:r>
          </a:p>
        </p:txBody>
      </p:sp>
    </p:spTree>
    <p:extLst>
      <p:ext uri="{BB962C8B-B14F-4D97-AF65-F5344CB8AC3E}">
        <p14:creationId xmlns:p14="http://schemas.microsoft.com/office/powerpoint/2010/main" val="2129289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DD15-63D6-4412-9375-DF60A65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M1 y M2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5CD72-445A-45BB-A47C-3CF2B20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08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F495-2C04-4DEC-B34B-DD8A7C426F5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 + catálogo IDE Chile/Bomberos vía ArcGIS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resultado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instalaciones, 5 candidatas, 11 de contexto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Conciliación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S1:104 = S1H:19, sin duplicar la Décima Sexta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CONAF/CIREN 2019, 679 polígonos recortados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atributos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Uso, subuso, cobertura, altura como clase y tipo forestal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F6E95-55E0-461B-83C3-03D980B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Metadata/m1_bases.py y m2_cobertura.py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6D33-B722-48F4-8D8A-261C292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676351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A712-080B-402F-88F8-20C4AD8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M3 y 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5CE69-E2CB-4A62-AA7F-B384130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09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D559B-03A7-4842-9CF8-66F3E717147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Datos, transformación y límite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 muestras de Copernicus GLO-30, una por nodo real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Calidad M3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Máscara/NoData, escala y offset; metros EGM 2008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 horas UTC, seis variables y celda devuelta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Modelo explícito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Open-Meteo, ECMWF IFS 0.25, viento en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Límite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DSM~30 m y viento 10 m no certifican despeje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E3C15-4A96-4C08-A7DD-B81C69E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Metadata/m3_elevacion.py y m4_clima.py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447CB-D809-4DEC-AFC6-7A61480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475428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AFF89-18F8-47B4-8EA1-A843C89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de metadata verificadas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92923-02F5-4D14-B96B-A3DD4F9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10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0E838-BA19-4571-9121-162420EFDDB7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Destino PostgreSQL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base_catalogue; 5 en base_metadata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679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landcover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node_elevation, FK a nodes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weather, hora UTC única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38E0-7C91-4317-BD84-C1120CB6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Metadata.m1_bases a m4_clima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5698-C899-4C91-A0FF-63E1729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RUTA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36A7-EB4A-40B7-B876-0C87C1C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Registros y linaje deben coincidir con contexto verificado</a:t>
            </a:r>
          </a:p>
        </p:txBody>
      </p:sp>
    </p:spTree>
    <p:extLst>
      <p:ext uri="{BB962C8B-B14F-4D97-AF65-F5344CB8AC3E}">
        <p14:creationId xmlns:p14="http://schemas.microsoft.com/office/powerpoint/2010/main" val="1406964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0D32-F7DA-4730-AAD0-7BB1852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A1 y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FBB2D-5620-4967-8A0B-611AA87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4B81-D93C-4E21-9D18-DBFD3856ABF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 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fuera del perfil, cierre de la celda por hora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horas fuera del perfil predeterminado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 FIRMS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VIIRS NOAA-20; confianza n/h y buffer 250 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 detecciones aceptadas en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Ausencia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Colección vacía válida, no ausencia demostrada de fuego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482B-A42A-4EF1-9AD5-EC11436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Amenazas/a1_meteorologia.py y a2_firms.py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87A91-2938-4155-9580-78511FA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85643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F04B0-7285-4AAA-BE9C-A2BD831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A3 y A4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F54AB-84DB-4650-946D-2AB739C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484F4-182C-4B15-AC41-AE65A47C9E8F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 AIP ENR 5.1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PDF DGAC, inventario y geometría documentada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Selección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SC-P29 y SC-P50 para esta extensión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Décima Segunda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Origen dentro de SC-P50: método propuesto bloqueado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 historial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SENAPRED, densidad de incendios 2020–2024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 polígonos; clases ordinales 1–5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6701-1CCC-4E19-808D-AD6CDFA3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Amenazas/a3_aip.py y a4_historial.py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3FD3-F5F8-4F55-84B5-2DCEE09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129645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C1A8-7336-42FC-A0DF-1CB9EAD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y diccionarios de amenazas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0D74A-A662-4755-871A-5AF727B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13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1B26D-2A5A-44CA-A562-EFD6B2973F1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Tablas tipadas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weather_hazards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0, estado empty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thermal_events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airspace_zones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historical_risk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1D984-94BE-4729-8466-1AA71F7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SELECT dataset_key, record_count, status FROM routing.datasets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FA10-8299-486A-AF1B-D1BD454C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WHERE run_id = 'b80f9b83-cad7-53b8-a8b8-34a2a17e614c'::uuid;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0D6CE-E551-4A84-9E17-BAE156F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 error de adquisición conserva la publicación anterior</a:t>
            </a:r>
          </a:p>
        </p:txBody>
      </p:sp>
    </p:spTree>
    <p:extLst>
      <p:ext uri="{BB962C8B-B14F-4D97-AF65-F5344CB8AC3E}">
        <p14:creationId xmlns:p14="http://schemas.microsoft.com/office/powerpoint/2010/main" val="1910199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D6DA-BF40-47E8-AAF7-1E2F18DA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Cuatro modelos de falla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9B587-E091-4DDF-B5C5-65C5F0E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14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97650-5D3C-495B-8C41-143290B7E1E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Fenómeno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Efecto sobre la misión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Viento/racha&gt;=límite o temperatura fuera de perfil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Foco térmico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por intersección con buffer, incluye bordes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Restricción AIP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horizontal permanente del escenario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Recurrencia histórica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Clase superior al límite: exclusión preventiva opcional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2336-05B7-49FA-8CAD-8A77AF4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Resolver un evento no cancela otro superpuesto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9FD70-A204-45AF-882F-3FCDDD5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A4: aceptación del criterio 5.1 pendiente del docente</a:t>
            </a:r>
          </a:p>
        </p:txBody>
      </p:sp>
    </p:spTree>
    <p:extLst>
      <p:ext uri="{BB962C8B-B14F-4D97-AF65-F5344CB8AC3E}">
        <p14:creationId xmlns:p14="http://schemas.microsoft.com/office/powerpoint/2010/main" val="1880432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F8121-4ADF-45B5-86D4-FA6F1C0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Costos, preferencias y defaults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38A66-D2E8-4A25-90C4-37C0325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15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FE499-0AEC-48E6-8DB1-6D2E2271880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Parámetro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Default /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de arco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Longitud m / velocidad sobre suelo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Ejemplo 1000 m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100 s en calma;125 s con viento frontal 2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25 min, reserva 20%, observación 60 s;1200 s utilizables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Preferencias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1200 s, 8 m/s, desvío 1–1,20 y clase opcional 1–5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(clase−1)/4; sin cobertura penalización 1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3B73D-71D8-4632-8558-CC5DC78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Historia predeterminada: desactivada (null). Límite opcional 1–5.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8A0F3-6D3E-41AA-89BF-B9A71FA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preferencias: 1200 s, viento menor a 8 m/s y desvío 1,20.</a:t>
            </a:r>
          </a:p>
        </p:txBody>
      </p:sp>
    </p:spTree>
    <p:extLst>
      <p:ext uri="{BB962C8B-B14F-4D97-AF65-F5344CB8AC3E}">
        <p14:creationId xmlns:p14="http://schemas.microsoft.com/office/powerpoint/2010/main" val="148255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A616-4CF5-4C57-9C7D-450CF2B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y adaptación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B8D5-C0F9-4320-B98D-611B7FC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16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E0D73-AC71-4B23-BB05-EF3655E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(1971): generación de k caminos simples mínimos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A7DCE-8BE1-4A48-8B7F-7BAB576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Finding the K Shortest Loopless Paths in a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F69D-85EB-496D-80F8-CF58271E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Implementación: pgr_KSP de pgRouting 3.8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CB82C-EC65-479C-8920-D40ADED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Adaptación: exclusiones, retorno y exposición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1F8F8-DC3A-408C-9BB4-CE1AA29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Heurística limitada, sin óptimo global de exposición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7BDA7-24AF-48BC-807F-A0497DD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Artículo: doi.org/10.1287/mnsc.17.11.712</a:t>
            </a:r>
          </a:p>
        </p:txBody>
      </p:sp>
    </p:spTree>
    <p:extLst>
      <p:ext uri="{BB962C8B-B14F-4D97-AF65-F5344CB8AC3E}">
        <p14:creationId xmlns:p14="http://schemas.microsoft.com/office/powerpoint/2010/main" val="593794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94CEE-EAF6-47BC-9C52-C71BF96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Selección de misiones propuestas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71A02-94B3-436C-9599-B595A2C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17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1E53-3398-4EF2-85D5-3B3F4B8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Validación de extremos y perfil efectivo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256F-4912-443F-881A-72F1D45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Exclusiones FIRMS, AIP, bloqueos y política histórica opcional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5CB6-7E66-4952-9B40-78340B2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Hasta 3 idas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 3 retornos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por tiempo, hasta 9 pares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1EBA1-BFF5-478C-8FEE-F2677C5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Filtro por presupuesto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 1,20 del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menor tiempo restante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63FE-EDC4-45B7-9C2E-A22E1B9A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Orden por exposición y tiempo, hasta 2 idas distintas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1BCA5-00D0-4B28-B05C-9E450A4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Menos candidatos o falta de ruta se informa sin inventar enlaces</a:t>
            </a:r>
          </a:p>
        </p:txBody>
      </p:sp>
    </p:spTree>
    <p:extLst>
      <p:ext uri="{BB962C8B-B14F-4D97-AF65-F5344CB8AC3E}">
        <p14:creationId xmlns:p14="http://schemas.microsoft.com/office/powerpoint/2010/main" val="19741039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50ABE-3046-4377-BFDC-4D62D37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Dijkstra por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4523-1191-4B92-A35F-D64065D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18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698D6-159C-4576-9E34-BBDD06D04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0e04c96444150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DC716-8E49-4580-982E-6867E9B72423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Ida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Regreso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0.927462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9F53-37F7-4339-A5BE-9FB21E0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D1 mínima y D2 por exclusiones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E202-8187-4F47-96DD-0D0E3FF2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pgr_dijkstra con costo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B51A4-BADD-48B7-88B1-7B3226A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filtrar amenazas ni autonomía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EDCB-14C5-4CF7-82F3-11D901B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72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Idas muy próximas: rutas distintas no implican corredores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849106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9763-B269-4CB1-92C5-5B7875B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propuestas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070A9-A3E9-49BD-AD2E-FB39F05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19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21533-730F-4F52-8FE8-69EECD81C1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05aeb502c480e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593F3-A164-4FE8-AC38-D99E7E60D9DA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 m pond.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247.312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1305.9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247.469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1307.5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3879-B6E3-45CB-A2CE-028CE1B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Origen: Décima Sexta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6FAD5-428B-4B09-B12F-9AF6D2B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Destino dentro de vigilancia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4D5D-133C-462B-9ABF-E1E649E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Observación y regreso incluidos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9286-31B6-41DD-83D2-54DFB53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Hora UTC 00:00 del 19/10/2026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7CD1-5EA4-407B-98C4-370CB02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72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Idas muy próximas: rutas distintas no implican corredores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78762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00A64-9677-4886-8241-CB00DAA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Supervivencia de misiones congeladas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BB754-C636-4CDB-A52D-02321F8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20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ADAB0-2804-4340-8661-E906555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100 escenarios por caso y 120 casos predefinidos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985C2-A5F0-4E18-8FE3-D8BE688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33 de 100 m, 33 de 250 m y 33 de 500 m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, semilla 20261018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B53B-12B2-4326-9818-D527D24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Centros independientes del resultado del algoritmo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2E42-4D53-4ED2-A776-E57084F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R_conjunto = media de max(I(P1),I(P2))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E5775-A021-42FA-BF9D-7EFED01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I=1 si toda la misión sigue admitida y dentro del presupuesto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81FEB-780B-4C85-8F0E-0BE2EF3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Datos críticos desconocidos: mismo denominador o resultado nulo</a:t>
            </a:r>
          </a:p>
        </p:txBody>
      </p:sp>
    </p:spTree>
    <p:extLst>
      <p:ext uri="{BB962C8B-B14F-4D97-AF65-F5344CB8AC3E}">
        <p14:creationId xmlns:p14="http://schemas.microsoft.com/office/powerpoint/2010/main" val="608176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69EDD-5A3F-4825-AE10-8C83C1C6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Comparación de 120 casos predefinidos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E472-9A17-4EF6-8069-A9E1F5A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57ACF-3C9D-4FA5-A44C-8E63D4AACF57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Media conjunto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Dos opciones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Control viable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Dijkstra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8.89 %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120/120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11/120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Propuesto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10.54 %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439CE-CB41-40A3-8365-4CD9554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12000 escenarios válidos, 0 casos desconocidos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96203-773C-41CF-90D9-BD91E2E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ΔR medio 1.65 pp (default +0,03 y clase 4 +3,27)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6928B-E54E-4B42-8D76-921C953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4 mejoras, 114 empates y 2 empeoramientos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C516-11EA-4EAA-9F38-DB7A62C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13/120 admisibles. 120/120 resultados conservados con diagnóstico</a:t>
            </a:r>
          </a:p>
        </p:txBody>
      </p:sp>
    </p:spTree>
    <p:extLst>
      <p:ext uri="{BB962C8B-B14F-4D97-AF65-F5344CB8AC3E}">
        <p14:creationId xmlns:p14="http://schemas.microsoft.com/office/powerpoint/2010/main" val="10812302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9697-AA6F-4575-A8F7-FDD4B7D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Evidencia de cierre y limitaciones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8ABE-6FE5-451C-844F-9F4A122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5D643-BEDF-4ECC-9C3E-A7F5E31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128 pruebas y 16 comprobaciones reales de 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2F4E-1BC6-4FBD-857D-363B35E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120/120 resultados idénticos. Oráculo sin contradicciones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F404E-F624-4D56-9B80-38D146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S6: tres intentos fallidos por DNS dentro de Docker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3793-F98D-4599-BF78-EF0AA9F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Snapshot AIP validado. Actualización completa bloqueada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24976-9F59-4C84-A3E8-6459A12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A4 pendiente docente. Despeje vertical sin verificar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5481-BC56-4768-9F08-E3456FE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Git conectado. Canvas: carga manual del equipo</a:t>
            </a:r>
          </a:p>
        </p:txBody>
      </p:sp>
    </p:spTree>
    <p:extLst>
      <p:ext uri="{BB962C8B-B14F-4D97-AF65-F5344CB8AC3E}">
        <p14:creationId xmlns:p14="http://schemas.microsoft.com/office/powerpoint/2010/main" val="613096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C494-A0E4-475C-8A95-8F8FCD88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esquema completo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C5A65-8E52-4010-B89D-5DB9E928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23/36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55C8F-A40B-417C-96B5-719BB15005FD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238500"/>
                <a:gridCol w="4686300"/>
              </a:tblGrid>
              <a:tr h="266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Clave primaria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Referencias FK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aerial_models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airspace_zones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provider_id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base_locations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nodes, sources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base_metadata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node_id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sources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edge_hazard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edge_id,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evaluations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set_id, scenario_sha256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historical_risk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landcover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mission_evaluations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evaluation_sha256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node_elevation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node_id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597F9-105F-48FE-8462-0E769CD9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 abrevia run_id. FK cruza a entidades de ambas láminas. Columnas completas en SQL.</a:t>
            </a:r>
          </a:p>
        </p:txBody>
      </p:sp>
    </p:spTree>
    <p:extLst>
      <p:ext uri="{BB962C8B-B14F-4D97-AF65-F5344CB8AC3E}">
        <p14:creationId xmlns:p14="http://schemas.microsoft.com/office/powerpoint/2010/main" val="18336584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8A22B-BA57-4E86-A3A4-2ED391D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esquema completo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187B4-936A-484E-AF8D-C1089C8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24/36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FBA0-02E0-4548-9B8F-B718758849D7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238500"/>
                <a:gridCol w="4686300"/>
              </a:tblGrid>
              <a:tr h="284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Clave primaria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Referencias FK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profile_key, version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publication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singleton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road_states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road_transitions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road_states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route_edges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route_id, seq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routes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profiles, runs,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run_areas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role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schema_migrations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sources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source_id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thermal_events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weather_hazards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hazards, weather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19A7D-5B78-4E5A-B58E-A11F9AD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 abrevia run_id. FK cruza a entidades de ambas láminas. Columnas completas en SQL.</a:t>
            </a:r>
          </a:p>
        </p:txBody>
      </p:sp>
    </p:spTree>
    <p:extLst>
      <p:ext uri="{BB962C8B-B14F-4D97-AF65-F5344CB8AC3E}">
        <p14:creationId xmlns:p14="http://schemas.microsoft.com/office/powerpoint/2010/main" val="185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284E4-048F-45FD-88CB-D4AC52CD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I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B7330-C180-41FC-A212-7AE4D0E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25/36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F85A0-93BB-42F2-B6D9-734EC1DD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Malla aérea derivada de bases y cobertura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41F43-A661-4F15-A9F7-EC36287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"I",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"nodes": [{"id":"117035864987528410","kind":"navegacion","geometry":{"coordinates":[-71.60434562180853,-33.044180414592354],"type":"Point"}}],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"edges": [{"id":5865490480857765,"source":"2122332705314860074","target":"8577355180716890958","geometry":{"coordinates":[[-71.64843695418442,-33.08653007972807],[-71.63965836729953,-33.07950329128533]],"type":"LineString"}}]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34D16-E5B7-4CB1-8557-0D090DE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Infraestructura.preparar_snapshot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1F15-3AA8-4156-A045-F6FA3D0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Infraestructura.cargar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0527-A56C-429F-92A7-E5ED103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1268 registros · infraestructura.json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4F6BC-6CC0-4967-A2F5-09464F1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2623401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E5B7B-BA0E-4DF6-9452-35B4F96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M1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63B05-B7B8-4CAB-B58A-FF3223E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26/36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63A70-C3DB-4772-9EFA-BFE6E2A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SENAPRED y Bomberos/IDE Chile vía ArcGIS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718C-B905-42FF-A041-31F0CFBD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"M1",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[{"provider_id":"104","name":"Decima Sexta de Valparaíso","candidate":true,"inside_study":true,"geometry":{"coordinates":[-71.6572392109999,-33.10190169],"type":"Point"}}]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2364A-D297-4C42-990B-08A5266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Metadata.m1_bases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A981-7F34-4451-B794-FEF3A96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Metadata.m1_bases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4D887-5447-41BD-AA5F-CFDA349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registros · metadata/bases.json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7FE6-62EC-49B3-9417-4602386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5836086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BB31B-691E-496D-8BE3-71B20AE9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M2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ECD4-47C6-4140-A003-5ACA126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27/36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1E2ED-2C67-4CB2-918C-D41AC81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CONAF/CIREN 2019, cobertura y atributos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682E-DA06-424B-804D-45902BDC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"M2",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[{"provider_id":"10002","category":"Áreas Urbanas e Industriales","clipped_area_ha":14.087935171644082,"attributes":{"commune":"Valparaíso","cover_class":"No Aplica","forest_subtype":" "}}]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B16EF-C6DC-4794-90CE-E4A9ABB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Metadata.m2_cobertura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92BA0-5D8B-4933-B1C0-AC690F2B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Metadata.m2_cobertura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5C61E-7EED-4FBF-B5CE-2C4687F5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679 registros · metadata/cobertura.json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2023-4802-4C8B-96BA-7CE04B9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0212844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4FFEC-113F-4E3E-BAA6-F52AFE0B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M3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2334-BAD2-45FE-94B8-1243A75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28/36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3B0E6-7DA5-4588-AF3D-F6B7513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Copernicus GLO-30, DSM metros EGM2008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3FC2-CE7A-4D30-855F-CC7954A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"M3",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[{"elevation_m":304.35589599609375,"node_id":"1067728027539254333","quality":"valid"}]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61098-EC04-4441-8D99-DBFB327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Metadata.m3_elevacion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22229-004B-4ECE-87CD-A875443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Metadata.m3_elevacion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C283-686D-4CD7-B002-EDF85E9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154 registros · metadata/elevacion.json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D142C-1151-4332-BDE8-F9E7D8B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6550570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1008A-F5A3-426D-ADF5-0D465F0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M4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F055-D325-404D-8C64-AEDBD0E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29/36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630FF-3801-4E9B-A7E1-F7C538D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Open-Meteo ECMWF IFS 0.25, UTC y m/s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17F45-5BDA-4143-9C14-EFD41D2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"M4",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[{"precipitation_mm":0,"relative_humidity_pct":83,"temperature_c":13.8,"valid_at":"2026-10-19T00:00:00+00:00","wind_direction_deg":333,"wind_gust_ms":4.3,"wind_speed_ms":1.12}]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7EF9F-F9DA-4D5F-9BE2-FE13DD4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Metadata.m4_clima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3D37-11D9-46A8-B92D-6AA4018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Metadata.m4_clima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62F30-EBDB-4A6C-8987-C4BD7837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48 registros · metadata/clima.json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9CFA-EBE2-4156-A30F-9251122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6721379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38F4D-ECA2-46A7-A1E2-32EC76B4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A1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EC9B-C658-4262-AC68-216F722A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30/36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B25D2-23AE-4171-8BF6-EC60440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Derivación de M4 según perfil predeterminado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4A5D-6AFC-425D-8359-1302045C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"A1",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[{"provider_id":"2026-10-20T08:00:00+00:00","reason":"weather_outside_academic_profile","state":"active","valid_at":"2026-10-20T08:00:00+00:00"}]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5821E-5834-40C5-A140-5081230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Amenazas.a1_meteorologia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5FBCD-102F-49CD-9673-55706C2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Amenazas.a1_meteorologia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36224-8989-4F6A-A231-A0CFA61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registros · amenazas/meteorologia.json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8BA8B-7775-4645-9560-B1A3DF8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3751890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5E178-EE89-446B-B4E2-C282626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A2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40F6-E23A-46C4-A547-D034206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31/36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C30DD-F92B-4276-AF1C-A9C871C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NASA FIRMS VIIRS NOAA-20, buffer 250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A4869-2242-4DA2-B3F3-1550554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"A2",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4F7A5-E07D-4685-AA1F-DB54D26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Amenazas.a2_firms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79C7A-E29D-4250-8C4B-73C6CFF6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Amenazas.a2_firms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5F0E1-D893-4968-AB9C-EEB8CDDB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0 registros · amenazas/firms.json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DB9EC-0546-4690-870B-000C398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9861460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D48A6-1166-4678-BBDD-3F2E43A7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A3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C0CE4-A230-4ACE-866A-54432EA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32/36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3E4BA-8004-4A10-BA15-9B91FC8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DGAC AIP ENR 5.1, exclusión horizontal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49932-2A03-480A-8D30-383D6EA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"A3",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[{"code":"SC-P29","document_page":"6","geometry_type":"circle","lower_limit":"GND","provider_id":"SC-P29","radius_m":277.8}]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498B-5C94-44EA-9570-3FF806F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Amenazas.a3_aip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DC54B-C92A-4CCE-A0DD-B6FA3BE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Amenazas.a3_aip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741F-311D-47F6-9D0A-5F7A1A34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 registros · amenazas/aip.json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0A79D-5EA0-4F2D-87CD-119DA1AB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8628105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812EE-256D-4279-9778-CEE0831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A4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32EB7-62B6-42EB-BB66-41A8C69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33/36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70882-F0BC-4E92-9CD0-767A5E8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SENAPRED recurrencia 2020–2024, clases 1–5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7FB04-2ACD-46EE-A3A0-5E5207D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"A4",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[{"class_label":"Alta","ordinal_class":4,"period_end":2024,"period_start":2020,"provider_id":"671","repaired":false}]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86C75-FFC6-4F9C-8CFE-52A7616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Amenazas.a4_historial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6A88-21A9-4296-9DBA-7E4083D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Amenazas.a4_historial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3680D-BCB6-4D81-B325-7103562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26 registros · amenazas/historial.json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2337D-EFBB-4344-B8F2-281A2C68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3948072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1DCE5-4D82-4CD0-9A26-187243A1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SQL Dijkstra ejecutado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7283B-73F3-4484-8D71-4D939A56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34/36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B683-A5C9-494B-BDB7-70B6B74D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SELECT seq,path_seq,node,edge,cost,agg_cost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FROM pgr_dijkstra(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'SELECT id,source,target,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length_km AS cost,-1::float8 AS reverse_cost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FROM routing.edges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WHERE run_id=''b80f9b83-cad7-53b8-a8b8-34a2a17e614c''::uuid',444204520825800637::bigint,481811177017561201::bigint,true)</a:t>
            </a:r>
          </a:p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ORDER BY path_seq;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A9DB-AB71-4DD8-BCBF-2B50550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Resultado: 2 pasos · costo final 0.925904 km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DDDA9-FC83-42D8-8F79-75FD36C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D2: excluir cada arco de D1 y elegir el camino alternativo de menor longitud. Retorno incluido.</a:t>
            </a:r>
          </a:p>
        </p:txBody>
      </p:sp>
    </p:spTree>
    <p:extLst>
      <p:ext uri="{BB962C8B-B14F-4D97-AF65-F5344CB8AC3E}">
        <p14:creationId xmlns:p14="http://schemas.microsoft.com/office/powerpoint/2010/main" val="10958948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54D8C-85E2-494C-B127-F4E2C67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efecto de reglas sobre un segmento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19C9-564A-48EB-B00A-FD7D5AE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35/36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BDACD-BF21-437B-AFA8-0C300475C76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714750"/>
                <a:gridCol w="4924425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Regla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Antes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Después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1000 m / 10 m/s = 100 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Viento frontal 2 m/s: 125 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FIRMS sintético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Segmento permitido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Intersección buffer 250 m: excluir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AIP sintético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Intersección con zona: excluir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Historia clase 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Política desactivada: exposición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Límite 4: excluir por política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303EA-2738-4029-BB41-B58C9F93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A4 sintético: desactivada admite clase 5. Límite 4 admite clase 1, excluye clase 5 y excluye sin cobertura. Datos históricos separados de fuego activo.</a:t>
            </a:r>
          </a:p>
        </p:txBody>
      </p:sp>
    </p:spTree>
    <p:extLst>
      <p:ext uri="{BB962C8B-B14F-4D97-AF65-F5344CB8AC3E}">
        <p14:creationId xmlns:p14="http://schemas.microsoft.com/office/powerpoint/2010/main" val="7223128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4DE31-4498-4B6E-8CB2-2C06B2C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causas simultáneas y contraste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F6E4C-40BA-41EF-9EF9-738D39E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36/36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D9D0C-151B-41DD-99F8-E85B9194E028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Motivo / comprobación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Principal / simultáneos, sobre 120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Extremo AIP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32 / 48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Sin cobertura histórica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 / 24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Presupuesto insuficiente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23 / 23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 fuera de perfil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40 / 40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 admisible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 / 120 casos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D56EE-A64F-4753-A0F1-1F0D394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Las causas coinciden: no sumar simultáneos. 44 casos sin ida o retorno admitidos. Dijkstra independiente contrasta presupuesto y observación en esta malla.</a:t>
            </a:r>
          </a:p>
        </p:txBody>
      </p:sp>
    </p:spTree>
    <p:extLst>
      <p:ext uri="{BB962C8B-B14F-4D97-AF65-F5344CB8AC3E}">
        <p14:creationId xmlns:p14="http://schemas.microsoft.com/office/powerpoint/2010/main" val="1371442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2026-10-19T17:29:53.0970000Z</dcterms:created>
  <dcterms:modified xsi:type="dcterms:W3CDTF">2026-10-19T17:29:53.0970000Z</dcterms:modified>
</coreProperties>
</file>